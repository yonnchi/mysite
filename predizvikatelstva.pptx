
<file path=[Content_Types].xml><?xml version="1.0" encoding="utf-8"?>
<Types xmlns="http://schemas.openxmlformats.org/package/2006/content-types">
  <Default Extension="png" ContentType="image/png"/>
  <Default Extension="bin" ContentType="image/unknown"/>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8"/>
  </p:notesMasterIdLst>
  <p:handoutMasterIdLst>
    <p:handoutMasterId r:id="rId19"/>
  </p:handoutMasterIdLst>
  <p:sldIdLst>
    <p:sldId id="256" r:id="rId5"/>
    <p:sldId id="272" r:id="rId6"/>
    <p:sldId id="257" r:id="rId7"/>
    <p:sldId id="258" r:id="rId8"/>
    <p:sldId id="259" r:id="rId9"/>
    <p:sldId id="270" r:id="rId10"/>
    <p:sldId id="271" r:id="rId11"/>
    <p:sldId id="269" r:id="rId12"/>
    <p:sldId id="268" r:id="rId13"/>
    <p:sldId id="260" r:id="rId14"/>
    <p:sldId id="263" r:id="rId15"/>
    <p:sldId id="273" r:id="rId16"/>
    <p:sldId id="265" r:id="rId1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6"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1E4"/>
    <a:srgbClr val="D8B97A"/>
    <a:srgbClr val="E8D5AF"/>
    <a:srgbClr val="A48649"/>
    <a:srgbClr val="A88B50"/>
    <a:srgbClr val="B8D3E8"/>
    <a:srgbClr val="197DCE"/>
    <a:srgbClr val="BC7FBB"/>
    <a:srgbClr val="7FC6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2DE63D5-997A-4646-A377-4702673A728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43" autoAdjust="0"/>
    <p:restoredTop sz="94291" autoAdjust="0"/>
  </p:normalViewPr>
  <p:slideViewPr>
    <p:cSldViewPr snapToGrid="0" showGuides="1">
      <p:cViewPr varScale="1">
        <p:scale>
          <a:sx n="88" d="100"/>
          <a:sy n="88" d="100"/>
        </p:scale>
        <p:origin x="499" y="67"/>
      </p:cViewPr>
      <p:guideLst>
        <p:guide pos="3840"/>
        <p:guide orient="horz" pos="2160"/>
      </p:guideLst>
    </p:cSldViewPr>
  </p:slideViewPr>
  <p:notesTextViewPr>
    <p:cViewPr>
      <p:scale>
        <a:sx n="1" d="1"/>
        <a:sy n="1" d="1"/>
      </p:scale>
      <p:origin x="0" y="0"/>
    </p:cViewPr>
  </p:notesTextViewPr>
  <p:notesViewPr>
    <p:cSldViewPr snapToGrid="0">
      <p:cViewPr varScale="1">
        <p:scale>
          <a:sx n="58" d="100"/>
          <a:sy n="58" d="100"/>
        </p:scale>
        <p:origin x="2965" y="4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EAACCC4E-6A2B-4A9E-A177-2FF76E4BCEF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 xmlns:a16="http://schemas.microsoft.com/office/drawing/2014/main" id="{68B00294-99F8-4685-AA68-AF052F7998D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A6C51BB-02ED-4F4E-A820-FB7EC9185EAE}" type="datetimeFigureOut">
              <a:rPr lang="en-US" smtClean="0"/>
              <a:t>6/17/2024</a:t>
            </a:fld>
            <a:endParaRPr lang="en-US" dirty="0"/>
          </a:p>
        </p:txBody>
      </p:sp>
      <p:sp>
        <p:nvSpPr>
          <p:cNvPr id="4" name="Footer Placeholder 3">
            <a:extLst>
              <a:ext uri="{FF2B5EF4-FFF2-40B4-BE49-F238E27FC236}">
                <a16:creationId xmlns="" xmlns:a16="http://schemas.microsoft.com/office/drawing/2014/main" id="{100D73E6-D1F9-4527-A750-9D0E0C27B6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 xmlns:a16="http://schemas.microsoft.com/office/drawing/2014/main" id="{98CA06DC-4B1A-4F3D-83A7-54741625BC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B0FE8B-8329-4D47-BE4C-E7B6614FD8E3}" type="slidenum">
              <a:rPr lang="en-US" smtClean="0"/>
              <a:t>‹#›</a:t>
            </a:fld>
            <a:endParaRPr lang="en-US" dirty="0"/>
          </a:p>
        </p:txBody>
      </p:sp>
    </p:spTree>
    <p:extLst>
      <p:ext uri="{BB962C8B-B14F-4D97-AF65-F5344CB8AC3E}">
        <p14:creationId xmlns:p14="http://schemas.microsoft.com/office/powerpoint/2010/main" val="5421088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00EB3D-2307-4317-8A1D-B47FA45245F0}" type="datetimeFigureOut">
              <a:rPr lang="en-US" noProof="0" smtClean="0"/>
              <a:t>6/17/2024</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D78A92-0141-4330-8F3E-FAADFAC23844}" type="slidenum">
              <a:rPr lang="en-US" noProof="0" smtClean="0"/>
              <a:t>‹#›</a:t>
            </a:fld>
            <a:endParaRPr lang="en-US" noProof="0" dirty="0"/>
          </a:p>
        </p:txBody>
      </p:sp>
    </p:spTree>
    <p:extLst>
      <p:ext uri="{BB962C8B-B14F-4D97-AF65-F5344CB8AC3E}">
        <p14:creationId xmlns:p14="http://schemas.microsoft.com/office/powerpoint/2010/main" val="1748887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Dat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1DAC5403-E1D0-4032-A9FE-410B2982643C}"/>
              </a:ext>
            </a:extLst>
          </p:cNvPr>
          <p:cNvSpPr/>
          <p:nvPr userDrawn="1"/>
        </p:nvSpPr>
        <p:spPr>
          <a:xfrm>
            <a:off x="0" y="0"/>
            <a:ext cx="12192000" cy="6858000"/>
          </a:xfrm>
          <a:prstGeom prst="rect">
            <a:avLst/>
          </a:prstGeom>
          <a:blipFill>
            <a:blip r:embed="rId2"/>
            <a:srcRect/>
            <a:stretch>
              <a:fillRect/>
            </a:stretch>
          </a:blipFill>
          <a:ln w="12700" cap="flat">
            <a:noFill/>
            <a:prstDash val="solid"/>
            <a:miter/>
          </a:ln>
        </p:spPr>
        <p:txBody>
          <a:bodyPr rtlCol="0" anchor="ctr"/>
          <a:lstStyle/>
          <a:p>
            <a:pPr algn="l"/>
            <a:endParaRPr lang="en-US" noProof="0" dirty="0"/>
          </a:p>
        </p:txBody>
      </p:sp>
      <p:sp>
        <p:nvSpPr>
          <p:cNvPr id="11" name="Rectangle 10">
            <a:extLst>
              <a:ext uri="{FF2B5EF4-FFF2-40B4-BE49-F238E27FC236}">
                <a16:creationId xmlns="" xmlns:a16="http://schemas.microsoft.com/office/drawing/2014/main" id="{F3C0C995-565B-4516-BC98-CCDEE529B154}"/>
              </a:ext>
            </a:extLst>
          </p:cNvPr>
          <p:cNvSpPr/>
          <p:nvPr userDrawn="1"/>
        </p:nvSpPr>
        <p:spPr>
          <a:xfrm>
            <a:off x="0" y="0"/>
            <a:ext cx="12192000" cy="6858000"/>
          </a:xfrm>
          <a:prstGeom prst="rect">
            <a:avLst/>
          </a:prstGeom>
          <a:solidFill>
            <a:schemeClr val="tx1">
              <a:alpha val="80000"/>
            </a:schemeClr>
          </a:solidFill>
          <a:ln w="12700" cap="flat">
            <a:noFill/>
            <a:prstDash val="solid"/>
            <a:miter/>
          </a:ln>
        </p:spPr>
        <p:txBody>
          <a:bodyPr rtlCol="0" anchor="ctr"/>
          <a:lstStyle/>
          <a:p>
            <a:pPr algn="l"/>
            <a:endParaRPr lang="en-US" noProof="0" dirty="0"/>
          </a:p>
        </p:txBody>
      </p:sp>
      <p:sp>
        <p:nvSpPr>
          <p:cNvPr id="21" name="Text Placeholder 26">
            <a:extLst>
              <a:ext uri="{FF2B5EF4-FFF2-40B4-BE49-F238E27FC236}">
                <a16:creationId xmlns="" xmlns:a16="http://schemas.microsoft.com/office/drawing/2014/main" id="{E013E669-E15F-4096-81CC-6637C4A9F9E7}"/>
              </a:ext>
            </a:extLst>
          </p:cNvPr>
          <p:cNvSpPr>
            <a:spLocks noGrp="1"/>
          </p:cNvSpPr>
          <p:nvPr>
            <p:ph type="body" sz="quarter" idx="21" hasCustomPrompt="1"/>
          </p:nvPr>
        </p:nvSpPr>
        <p:spPr>
          <a:xfrm>
            <a:off x="3912235" y="5380844"/>
            <a:ext cx="4367531" cy="324417"/>
          </a:xfrm>
        </p:spPr>
        <p:txBody>
          <a:bodyPr>
            <a:noAutofit/>
          </a:bodyPr>
          <a:lstStyle>
            <a:lvl1pPr marL="0" indent="0" algn="ctr">
              <a:buNone/>
              <a:defRPr sz="2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20XX</a:t>
            </a:r>
          </a:p>
        </p:txBody>
      </p:sp>
      <p:sp>
        <p:nvSpPr>
          <p:cNvPr id="2" name="Title 1">
            <a:extLst>
              <a:ext uri="{FF2B5EF4-FFF2-40B4-BE49-F238E27FC236}">
                <a16:creationId xmlns="" xmlns:a16="http://schemas.microsoft.com/office/drawing/2014/main" id="{199AD403-A15F-4A2F-B050-AB874136E732}"/>
              </a:ext>
            </a:extLst>
          </p:cNvPr>
          <p:cNvSpPr>
            <a:spLocks noGrp="1"/>
          </p:cNvSpPr>
          <p:nvPr>
            <p:ph type="title" hasCustomPrompt="1"/>
          </p:nvPr>
        </p:nvSpPr>
        <p:spPr>
          <a:xfrm>
            <a:off x="1037021" y="2289328"/>
            <a:ext cx="10117959" cy="1517356"/>
          </a:xfrm>
        </p:spPr>
        <p:txBody>
          <a:bodyPr>
            <a:noAutofit/>
          </a:bodyPr>
          <a:lstStyle>
            <a:lvl1pPr algn="ctr">
              <a:defRPr sz="10000" b="0">
                <a:solidFill>
                  <a:schemeClr val="bg1"/>
                </a:solidFill>
              </a:defRPr>
            </a:lvl1pPr>
          </a:lstStyle>
          <a:p>
            <a:r>
              <a:rPr lang="en-US" noProof="0"/>
              <a:t>Presentation Title    </a:t>
            </a:r>
          </a:p>
        </p:txBody>
      </p:sp>
      <p:sp>
        <p:nvSpPr>
          <p:cNvPr id="23" name="Text Placeholder 26">
            <a:extLst>
              <a:ext uri="{FF2B5EF4-FFF2-40B4-BE49-F238E27FC236}">
                <a16:creationId xmlns="" xmlns:a16="http://schemas.microsoft.com/office/drawing/2014/main" id="{5BB088E3-63C1-423F-A939-150B8E1F87A7}"/>
              </a:ext>
            </a:extLst>
          </p:cNvPr>
          <p:cNvSpPr>
            <a:spLocks noGrp="1"/>
          </p:cNvSpPr>
          <p:nvPr>
            <p:ph type="body" sz="quarter" idx="20" hasCustomPrompt="1"/>
          </p:nvPr>
        </p:nvSpPr>
        <p:spPr>
          <a:xfrm>
            <a:off x="3912235" y="5034596"/>
            <a:ext cx="4367531" cy="324417"/>
          </a:xfrm>
        </p:spPr>
        <p:txBody>
          <a:bodyPr>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Month</a:t>
            </a:r>
          </a:p>
        </p:txBody>
      </p:sp>
      <p:sp>
        <p:nvSpPr>
          <p:cNvPr id="36" name="Text Placeholder 14">
            <a:extLst>
              <a:ext uri="{FF2B5EF4-FFF2-40B4-BE49-F238E27FC236}">
                <a16:creationId xmlns="" xmlns:a16="http://schemas.microsoft.com/office/drawing/2014/main" id="{2A3D73F7-77EC-4576-B541-20C032F462DC}"/>
              </a:ext>
            </a:extLst>
          </p:cNvPr>
          <p:cNvSpPr>
            <a:spLocks noGrp="1"/>
          </p:cNvSpPr>
          <p:nvPr userDrawn="1">
            <p:ph type="body" sz="quarter" idx="13" hasCustomPrompt="1"/>
          </p:nvPr>
        </p:nvSpPr>
        <p:spPr>
          <a:xfrm>
            <a:off x="1050857" y="3890308"/>
            <a:ext cx="10090287" cy="606659"/>
          </a:xfrm>
        </p:spPr>
        <p:txBody>
          <a:bodyPr>
            <a:noAutofit/>
          </a:bodyPr>
          <a:lstStyle>
            <a:lvl1pPr marL="0" indent="0" algn="ctr">
              <a:buNone/>
              <a:defRPr sz="3000" b="0" i="0">
                <a:solidFill>
                  <a:schemeClr val="bg2"/>
                </a:solidFill>
              </a:defRPr>
            </a:lvl1pPr>
          </a:lstStyle>
          <a:p>
            <a:pPr lvl="0"/>
            <a:r>
              <a:rPr lang="en-US" noProof="0"/>
              <a:t>PRESENTATION TAGLINE</a:t>
            </a:r>
          </a:p>
        </p:txBody>
      </p:sp>
      <p:sp>
        <p:nvSpPr>
          <p:cNvPr id="15" name="Rectangle 14">
            <a:extLst>
              <a:ext uri="{FF2B5EF4-FFF2-40B4-BE49-F238E27FC236}">
                <a16:creationId xmlns="" xmlns:a16="http://schemas.microsoft.com/office/drawing/2014/main" id="{B1AB1BF5-25AE-4D07-8C5B-8ED82109AAFD}"/>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a:endParaRPr lang="en-US" noProof="0" dirty="0"/>
          </a:p>
        </p:txBody>
      </p:sp>
      <p:sp>
        <p:nvSpPr>
          <p:cNvPr id="16" name="Rectangle 15">
            <a:extLst>
              <a:ext uri="{FF2B5EF4-FFF2-40B4-BE49-F238E27FC236}">
                <a16:creationId xmlns="" xmlns:a16="http://schemas.microsoft.com/office/drawing/2014/main" id="{40356ECE-618B-4CAE-B0AA-1F1C86CF382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a:endParaRPr lang="en-US" noProof="0" dirty="0"/>
          </a:p>
        </p:txBody>
      </p:sp>
      <p:cxnSp>
        <p:nvCxnSpPr>
          <p:cNvPr id="6" name="Straight Connector 5">
            <a:extLst>
              <a:ext uri="{FF2B5EF4-FFF2-40B4-BE49-F238E27FC236}">
                <a16:creationId xmlns="" xmlns:a16="http://schemas.microsoft.com/office/drawing/2014/main" id="{2B62C84D-B809-41CE-8FCD-935E2343985F}"/>
              </a:ext>
            </a:extLst>
          </p:cNvPr>
          <p:cNvCxnSpPr/>
          <p:nvPr userDrawn="1"/>
        </p:nvCxnSpPr>
        <p:spPr>
          <a:xfrm>
            <a:off x="5711952" y="5382082"/>
            <a:ext cx="768096"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 xmlns:a16="http://schemas.microsoft.com/office/drawing/2014/main" id="{B0670BD7-5166-40F4-A6FC-B5B1D91577BE}"/>
              </a:ext>
            </a:extLst>
          </p:cNvPr>
          <p:cNvPicPr>
            <a:picLocks noChangeAspect="1"/>
          </p:cNvPicPr>
          <p:nvPr userDrawn="1"/>
        </p:nvPicPr>
        <p:blipFill>
          <a:blip r:embed="rId3">
            <a:extLst>
              <a:ext uri="{96DAC541-7B7A-43D3-8B79-37D633B846F1}">
                <asvg:svgBlip xmlns="" xmlns:asvg="http://schemas.microsoft.com/office/drawing/2016/SVG/main" r:embed="rId4"/>
              </a:ext>
            </a:extLst>
          </a:blip>
          <a:stretch>
            <a:fillRect/>
          </a:stretch>
        </p:blipFill>
        <p:spPr>
          <a:xfrm>
            <a:off x="3608400" y="3612713"/>
            <a:ext cx="4975200" cy="114227"/>
          </a:xfrm>
          <a:prstGeom prst="rect">
            <a:avLst/>
          </a:prstGeom>
        </p:spPr>
      </p:pic>
    </p:spTree>
    <p:extLst>
      <p:ext uri="{BB962C8B-B14F-4D97-AF65-F5344CB8AC3E}">
        <p14:creationId xmlns:p14="http://schemas.microsoft.com/office/powerpoint/2010/main" val="3966819956"/>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2" name="Picture Placeholder 6">
            <a:extLst>
              <a:ext uri="{FF2B5EF4-FFF2-40B4-BE49-F238E27FC236}">
                <a16:creationId xmlns="" xmlns:a16="http://schemas.microsoft.com/office/drawing/2014/main" id="{4A7545D6-9827-7E4A-AB92-664BB510D96A}"/>
              </a:ext>
            </a:extLst>
          </p:cNvPr>
          <p:cNvSpPr>
            <a:spLocks noGrp="1"/>
          </p:cNvSpPr>
          <p:nvPr>
            <p:ph type="pic" sz="quarter" idx="18"/>
          </p:nvPr>
        </p:nvSpPr>
        <p:spPr>
          <a:xfrm>
            <a:off x="0" y="0"/>
            <a:ext cx="12192000" cy="6858000"/>
          </a:xfrm>
        </p:spPr>
        <p:txBody>
          <a:bodyPr anchor="ctr" anchorCtr="0">
            <a:normAutofit/>
          </a:bodyPr>
          <a:lstStyle>
            <a:lvl1pPr marL="0" indent="0" algn="ctr">
              <a:buFont typeface="Arial" panose="020B0604020202020204" pitchFamily="34" charset="0"/>
              <a:buNone/>
              <a:defRPr sz="1400"/>
            </a:lvl1pPr>
          </a:lstStyle>
          <a:p>
            <a:r>
              <a:rPr lang="en-US"/>
              <a:t>Click icon to add picture</a:t>
            </a:r>
            <a:endParaRPr lang="ru-RU"/>
          </a:p>
        </p:txBody>
      </p:sp>
      <p:sp>
        <p:nvSpPr>
          <p:cNvPr id="21" name="Text Placeholder 26">
            <a:extLst>
              <a:ext uri="{FF2B5EF4-FFF2-40B4-BE49-F238E27FC236}">
                <a16:creationId xmlns="" xmlns:a16="http://schemas.microsoft.com/office/drawing/2014/main" id="{E013E669-E15F-4096-81CC-6637C4A9F9E7}"/>
              </a:ext>
            </a:extLst>
          </p:cNvPr>
          <p:cNvSpPr>
            <a:spLocks noGrp="1"/>
          </p:cNvSpPr>
          <p:nvPr>
            <p:ph type="body" sz="quarter" idx="21" hasCustomPrompt="1"/>
          </p:nvPr>
        </p:nvSpPr>
        <p:spPr>
          <a:xfrm>
            <a:off x="3912235" y="5380844"/>
            <a:ext cx="4367531" cy="324417"/>
          </a:xfrm>
        </p:spPr>
        <p:txBody>
          <a:bodyPr>
            <a:noAutofit/>
          </a:bodyPr>
          <a:lstStyle>
            <a:lvl1pPr marL="0" indent="0" algn="ctr">
              <a:buNone/>
              <a:defRPr sz="2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dirty="0"/>
              <a:t>20XX</a:t>
            </a:r>
          </a:p>
        </p:txBody>
      </p:sp>
      <p:sp>
        <p:nvSpPr>
          <p:cNvPr id="2" name="Title 1">
            <a:extLst>
              <a:ext uri="{FF2B5EF4-FFF2-40B4-BE49-F238E27FC236}">
                <a16:creationId xmlns="" xmlns:a16="http://schemas.microsoft.com/office/drawing/2014/main" id="{199AD403-A15F-4A2F-B050-AB874136E732}"/>
              </a:ext>
            </a:extLst>
          </p:cNvPr>
          <p:cNvSpPr>
            <a:spLocks noGrp="1"/>
          </p:cNvSpPr>
          <p:nvPr>
            <p:ph type="title" hasCustomPrompt="1"/>
          </p:nvPr>
        </p:nvSpPr>
        <p:spPr>
          <a:xfrm>
            <a:off x="1037021" y="2289328"/>
            <a:ext cx="10117959" cy="1517356"/>
          </a:xfrm>
        </p:spPr>
        <p:txBody>
          <a:bodyPr>
            <a:noAutofit/>
          </a:bodyPr>
          <a:lstStyle>
            <a:lvl1pPr algn="ctr">
              <a:defRPr sz="10000" b="0">
                <a:solidFill>
                  <a:schemeClr val="bg1"/>
                </a:solidFill>
              </a:defRPr>
            </a:lvl1pPr>
          </a:lstStyle>
          <a:p>
            <a:r>
              <a:rPr lang="en-US" dirty="0"/>
              <a:t>Presentation Title    </a:t>
            </a:r>
            <a:endParaRPr lang="ru-RU" dirty="0"/>
          </a:p>
        </p:txBody>
      </p:sp>
      <p:sp>
        <p:nvSpPr>
          <p:cNvPr id="23" name="Text Placeholder 26">
            <a:extLst>
              <a:ext uri="{FF2B5EF4-FFF2-40B4-BE49-F238E27FC236}">
                <a16:creationId xmlns="" xmlns:a16="http://schemas.microsoft.com/office/drawing/2014/main" id="{5BB088E3-63C1-423F-A939-150B8E1F87A7}"/>
              </a:ext>
            </a:extLst>
          </p:cNvPr>
          <p:cNvSpPr>
            <a:spLocks noGrp="1"/>
          </p:cNvSpPr>
          <p:nvPr>
            <p:ph type="body" sz="quarter" idx="20" hasCustomPrompt="1"/>
          </p:nvPr>
        </p:nvSpPr>
        <p:spPr>
          <a:xfrm>
            <a:off x="3912235" y="5034596"/>
            <a:ext cx="4367531" cy="324417"/>
          </a:xfrm>
        </p:spPr>
        <p:txBody>
          <a:bodyPr>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dirty="0"/>
              <a:t>Month</a:t>
            </a:r>
          </a:p>
        </p:txBody>
      </p:sp>
      <p:sp>
        <p:nvSpPr>
          <p:cNvPr id="36" name="Text Placeholder 14">
            <a:extLst>
              <a:ext uri="{FF2B5EF4-FFF2-40B4-BE49-F238E27FC236}">
                <a16:creationId xmlns="" xmlns:a16="http://schemas.microsoft.com/office/drawing/2014/main" id="{2A3D73F7-77EC-4576-B541-20C032F462DC}"/>
              </a:ext>
            </a:extLst>
          </p:cNvPr>
          <p:cNvSpPr>
            <a:spLocks noGrp="1"/>
          </p:cNvSpPr>
          <p:nvPr userDrawn="1">
            <p:ph type="body" sz="quarter" idx="13" hasCustomPrompt="1"/>
          </p:nvPr>
        </p:nvSpPr>
        <p:spPr>
          <a:xfrm>
            <a:off x="1050857" y="3890308"/>
            <a:ext cx="10090287" cy="606659"/>
          </a:xfrm>
        </p:spPr>
        <p:txBody>
          <a:bodyPr>
            <a:noAutofit/>
          </a:bodyPr>
          <a:lstStyle>
            <a:lvl1pPr marL="0" indent="0" algn="ctr">
              <a:buNone/>
              <a:defRPr sz="3000" b="0" i="0">
                <a:solidFill>
                  <a:schemeClr val="bg2"/>
                </a:solidFill>
              </a:defRPr>
            </a:lvl1pPr>
          </a:lstStyle>
          <a:p>
            <a:pPr lvl="0"/>
            <a:r>
              <a:rPr lang="en-US" dirty="0"/>
              <a:t>PRESENTATION TAGLINE</a:t>
            </a:r>
          </a:p>
        </p:txBody>
      </p:sp>
    </p:spTree>
    <p:extLst>
      <p:ext uri="{BB962C8B-B14F-4D97-AF65-F5344CB8AC3E}">
        <p14:creationId xmlns:p14="http://schemas.microsoft.com/office/powerpoint/2010/main" val="1050112452"/>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9" name="Oval 8">
            <a:extLst>
              <a:ext uri="{FF2B5EF4-FFF2-40B4-BE49-F238E27FC236}">
                <a16:creationId xmlns="" xmlns:a16="http://schemas.microsoft.com/office/drawing/2014/main" id="{4D6B2F7A-6215-4548-B8BA-BFBFA46660CF}"/>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a:endParaRPr lang="en-US" noProof="0" dirty="0"/>
          </a:p>
        </p:txBody>
      </p:sp>
      <p:sp>
        <p:nvSpPr>
          <p:cNvPr id="5" name="Slide Number Placeholder 4">
            <a:extLst>
              <a:ext uri="{FF2B5EF4-FFF2-40B4-BE49-F238E27FC236}">
                <a16:creationId xmlns="" xmlns:a16="http://schemas.microsoft.com/office/drawing/2014/main" id="{EAC4B419-8728-4000-B6EF-1ECF88F80B8B}"/>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2" name="Title 1">
            <a:extLst>
              <a:ext uri="{FF2B5EF4-FFF2-40B4-BE49-F238E27FC236}">
                <a16:creationId xmlns="" xmlns:a16="http://schemas.microsoft.com/office/drawing/2014/main" id="{A62FC5F7-2AC0-4A53-8E2A-D6A7F4B4D77C}"/>
              </a:ext>
            </a:extLst>
          </p:cNvPr>
          <p:cNvSpPr>
            <a:spLocks noGrp="1"/>
          </p:cNvSpPr>
          <p:nvPr>
            <p:ph type="title" hasCustomPrompt="1"/>
          </p:nvPr>
        </p:nvSpPr>
        <p:spPr>
          <a:xfrm>
            <a:off x="838200" y="652986"/>
            <a:ext cx="10515600" cy="904875"/>
          </a:xfrm>
        </p:spPr>
        <p:txBody>
          <a:bodyPr/>
          <a:lstStyle>
            <a:lvl1pPr algn="ctr">
              <a:defRPr b="0"/>
            </a:lvl1pPr>
          </a:lstStyle>
          <a:p>
            <a:r>
              <a:rPr lang="en-US" noProof="0"/>
              <a:t>Divider Slide</a:t>
            </a:r>
          </a:p>
        </p:txBody>
      </p:sp>
      <p:sp>
        <p:nvSpPr>
          <p:cNvPr id="3" name="Date Placeholder 2">
            <a:extLst>
              <a:ext uri="{FF2B5EF4-FFF2-40B4-BE49-F238E27FC236}">
                <a16:creationId xmlns="" xmlns:a16="http://schemas.microsoft.com/office/drawing/2014/main" id="{B516B06F-92DB-40BB-B026-E443732F67C8}"/>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 xmlns:a16="http://schemas.microsoft.com/office/drawing/2014/main" id="{11FF27C1-06BD-4F55-BB58-DC1D0892188F}"/>
              </a:ext>
            </a:extLst>
          </p:cNvPr>
          <p:cNvSpPr>
            <a:spLocks noGrp="1"/>
          </p:cNvSpPr>
          <p:nvPr>
            <p:ph type="ftr" sz="quarter" idx="11"/>
          </p:nvPr>
        </p:nvSpPr>
        <p:spPr/>
        <p:txBody>
          <a:bodyPr/>
          <a:lstStyle/>
          <a:p>
            <a:r>
              <a:rPr lang="en-US" noProof="0" dirty="0"/>
              <a:t>ADD A FOOTER</a:t>
            </a:r>
          </a:p>
        </p:txBody>
      </p:sp>
      <p:sp>
        <p:nvSpPr>
          <p:cNvPr id="15" name="Graphic 13">
            <a:extLst>
              <a:ext uri="{FF2B5EF4-FFF2-40B4-BE49-F238E27FC236}">
                <a16:creationId xmlns="" xmlns:a16="http://schemas.microsoft.com/office/drawing/2014/main" id="{6B7C1ECA-416B-4ED3-9B96-F05BED98E498}"/>
              </a:ext>
            </a:extLst>
          </p:cNvPr>
          <p:cNvSpPr/>
          <p:nvPr/>
        </p:nvSpPr>
        <p:spPr>
          <a:xfrm>
            <a:off x="4534478" y="1568994"/>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endParaRPr lang="en-US" noProof="0" dirty="0"/>
          </a:p>
        </p:txBody>
      </p:sp>
      <p:sp>
        <p:nvSpPr>
          <p:cNvPr id="18" name="Text Placeholder 17">
            <a:extLst>
              <a:ext uri="{FF2B5EF4-FFF2-40B4-BE49-F238E27FC236}">
                <a16:creationId xmlns="" xmlns:a16="http://schemas.microsoft.com/office/drawing/2014/main" id="{4F134C5C-60EE-4E07-8A4F-120C1B5AA0AF}"/>
              </a:ext>
            </a:extLst>
          </p:cNvPr>
          <p:cNvSpPr>
            <a:spLocks noGrp="1"/>
          </p:cNvSpPr>
          <p:nvPr>
            <p:ph type="body" sz="quarter" idx="13" hasCustomPrompt="1"/>
          </p:nvPr>
        </p:nvSpPr>
        <p:spPr>
          <a:xfrm>
            <a:off x="838200" y="1874839"/>
            <a:ext cx="10515600" cy="476476"/>
          </a:xfrm>
        </p:spPr>
        <p:txBody>
          <a:bodyPr>
            <a:normAutofit/>
          </a:bodyPr>
          <a:lstStyle>
            <a:lvl1pPr marL="0" indent="0" algn="ctr">
              <a:buNone/>
              <a:defRPr sz="1800"/>
            </a:lvl1pPr>
            <a:lvl2pPr>
              <a:defRPr sz="1800"/>
            </a:lvl2pPr>
            <a:lvl3pPr>
              <a:defRPr sz="1800"/>
            </a:lvl3pPr>
            <a:lvl4pPr>
              <a:defRPr sz="1800"/>
            </a:lvl4pPr>
            <a:lvl5pPr>
              <a:defRPr sz="1800"/>
            </a:lvl5pPr>
          </a:lstStyle>
          <a:p>
            <a:pPr lvl="0"/>
            <a:r>
              <a:rPr lang="en-US" noProof="0"/>
              <a:t>EDIT MASTER TEXT STYLES</a:t>
            </a:r>
          </a:p>
        </p:txBody>
      </p:sp>
      <p:sp>
        <p:nvSpPr>
          <p:cNvPr id="20" name="Picture Placeholder 19">
            <a:extLst>
              <a:ext uri="{FF2B5EF4-FFF2-40B4-BE49-F238E27FC236}">
                <a16:creationId xmlns="" xmlns:a16="http://schemas.microsoft.com/office/drawing/2014/main" id="{C71C2E69-8C3C-4E87-BC9D-9810F56121BC}"/>
              </a:ext>
            </a:extLst>
          </p:cNvPr>
          <p:cNvSpPr>
            <a:spLocks noGrp="1"/>
          </p:cNvSpPr>
          <p:nvPr>
            <p:ph type="pic" sz="quarter" idx="14"/>
          </p:nvPr>
        </p:nvSpPr>
        <p:spPr>
          <a:xfrm>
            <a:off x="0" y="2483223"/>
            <a:ext cx="12192000" cy="3465576"/>
          </a:xfrm>
        </p:spPr>
        <p:txBody>
          <a:bodyPr anchor="ctr" anchorCtr="0">
            <a:normAutofit/>
          </a:bodyPr>
          <a:lstStyle>
            <a:lvl1pPr marL="0" indent="0" algn="ctr">
              <a:buNone/>
              <a:defRPr sz="1400"/>
            </a:lvl1pPr>
          </a:lstStyle>
          <a:p>
            <a:r>
              <a:rPr lang="en-US" noProof="0"/>
              <a:t>Click icon to add picture</a:t>
            </a:r>
            <a:endParaRPr lang="en-US" noProof="0" dirty="0"/>
          </a:p>
        </p:txBody>
      </p:sp>
    </p:spTree>
    <p:extLst>
      <p:ext uri="{BB962C8B-B14F-4D97-AF65-F5344CB8AC3E}">
        <p14:creationId xmlns:p14="http://schemas.microsoft.com/office/powerpoint/2010/main" val="1597739357"/>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10" name="Oval 9">
            <a:extLst>
              <a:ext uri="{FF2B5EF4-FFF2-40B4-BE49-F238E27FC236}">
                <a16:creationId xmlns="" xmlns:a16="http://schemas.microsoft.com/office/drawing/2014/main" id="{DFFF6C81-E769-CE4D-B9C0-858E073D198E}"/>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a:endParaRPr lang="en-US" noProof="0" dirty="0"/>
          </a:p>
        </p:txBody>
      </p:sp>
      <p:sp>
        <p:nvSpPr>
          <p:cNvPr id="5" name="Slide Number Placeholder 4">
            <a:extLst>
              <a:ext uri="{FF2B5EF4-FFF2-40B4-BE49-F238E27FC236}">
                <a16:creationId xmlns="" xmlns:a16="http://schemas.microsoft.com/office/drawing/2014/main" id="{371695AE-7720-4633-B467-CD5DD1A9EC27}"/>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2" name="Title 1">
            <a:extLst>
              <a:ext uri="{FF2B5EF4-FFF2-40B4-BE49-F238E27FC236}">
                <a16:creationId xmlns="" xmlns:a16="http://schemas.microsoft.com/office/drawing/2014/main" id="{94940C99-75CB-4A48-894F-EA35F7C9189E}"/>
              </a:ext>
            </a:extLst>
          </p:cNvPr>
          <p:cNvSpPr>
            <a:spLocks noGrp="1"/>
          </p:cNvSpPr>
          <p:nvPr>
            <p:ph type="title" hasCustomPrompt="1"/>
          </p:nvPr>
        </p:nvSpPr>
        <p:spPr>
          <a:xfrm>
            <a:off x="6924536" y="922103"/>
            <a:ext cx="4257905" cy="1325563"/>
          </a:xfrm>
        </p:spPr>
        <p:txBody>
          <a:bodyPr/>
          <a:lstStyle>
            <a:lvl1pPr>
              <a:defRPr b="0"/>
            </a:lvl1pPr>
          </a:lstStyle>
          <a:p>
            <a:r>
              <a:rPr lang="en-US" noProof="0"/>
              <a:t>Text Layout 1</a:t>
            </a:r>
          </a:p>
        </p:txBody>
      </p:sp>
      <p:sp>
        <p:nvSpPr>
          <p:cNvPr id="4" name="Footer Placeholder 3">
            <a:extLst>
              <a:ext uri="{FF2B5EF4-FFF2-40B4-BE49-F238E27FC236}">
                <a16:creationId xmlns="" xmlns:a16="http://schemas.microsoft.com/office/drawing/2014/main" id="{C97E3AD6-C295-45C8-8FC7-AD342840364A}"/>
              </a:ext>
            </a:extLst>
          </p:cNvPr>
          <p:cNvSpPr>
            <a:spLocks noGrp="1"/>
          </p:cNvSpPr>
          <p:nvPr>
            <p:ph type="ftr" sz="quarter" idx="11"/>
          </p:nvPr>
        </p:nvSpPr>
        <p:spPr/>
        <p:txBody>
          <a:bodyPr/>
          <a:lstStyle/>
          <a:p>
            <a:r>
              <a:rPr lang="en-US" noProof="0" dirty="0"/>
              <a:t>ADD A FOOTER</a:t>
            </a:r>
          </a:p>
        </p:txBody>
      </p:sp>
      <p:sp>
        <p:nvSpPr>
          <p:cNvPr id="6" name="Text Placeholder 14">
            <a:extLst>
              <a:ext uri="{FF2B5EF4-FFF2-40B4-BE49-F238E27FC236}">
                <a16:creationId xmlns="" xmlns:a16="http://schemas.microsoft.com/office/drawing/2014/main" id="{780797F8-0544-4DFB-8D2C-CC50CB7F4AAD}"/>
              </a:ext>
            </a:extLst>
          </p:cNvPr>
          <p:cNvSpPr>
            <a:spLocks noGrp="1"/>
          </p:cNvSpPr>
          <p:nvPr>
            <p:ph type="body" sz="quarter" idx="13" hasCustomPrompt="1"/>
          </p:nvPr>
        </p:nvSpPr>
        <p:spPr>
          <a:xfrm>
            <a:off x="6663282" y="2384295"/>
            <a:ext cx="4519159" cy="639683"/>
          </a:xfrm>
        </p:spPr>
        <p:txBody>
          <a:bodyPr>
            <a:normAutofit/>
          </a:bodyPr>
          <a:lstStyle>
            <a:lvl1pPr marL="0" indent="0">
              <a:buNone/>
              <a:defRPr sz="1800" b="0" i="0"/>
            </a:lvl1pPr>
          </a:lstStyle>
          <a:p>
            <a:pPr lvl="0"/>
            <a:r>
              <a:rPr lang="en-US" noProof="0"/>
              <a:t>EDIT MASTER TEXT STYLES</a:t>
            </a:r>
          </a:p>
        </p:txBody>
      </p:sp>
      <p:sp>
        <p:nvSpPr>
          <p:cNvPr id="7" name="Text Placeholder 14">
            <a:extLst>
              <a:ext uri="{FF2B5EF4-FFF2-40B4-BE49-F238E27FC236}">
                <a16:creationId xmlns="" xmlns:a16="http://schemas.microsoft.com/office/drawing/2014/main" id="{F7A942D6-FCE6-4DCD-BD15-F6399EC2A21E}"/>
              </a:ext>
            </a:extLst>
          </p:cNvPr>
          <p:cNvSpPr>
            <a:spLocks noGrp="1"/>
          </p:cNvSpPr>
          <p:nvPr>
            <p:ph type="body" sz="quarter" idx="14" hasCustomPrompt="1"/>
          </p:nvPr>
        </p:nvSpPr>
        <p:spPr>
          <a:xfrm>
            <a:off x="6474599" y="3173534"/>
            <a:ext cx="4707842" cy="2588637"/>
          </a:xfrm>
        </p:spPr>
        <p:txBody>
          <a:bodyPr>
            <a:normAutofit/>
          </a:bodyPr>
          <a:lstStyle>
            <a:lvl1pPr marL="180000" indent="-180000">
              <a:spcBef>
                <a:spcPts val="600"/>
              </a:spcBef>
              <a:buClr>
                <a:schemeClr val="bg2"/>
              </a:buClr>
              <a:buFont typeface="Arial" panose="020B0604020202020204" pitchFamily="34" charset="0"/>
              <a:buChar char="•"/>
              <a:defRPr sz="1600" b="0" i="0">
                <a:solidFill>
                  <a:schemeClr val="tx1">
                    <a:lumMod val="75000"/>
                    <a:lumOff val="25000"/>
                  </a:schemeClr>
                </a:solidFill>
              </a:defRPr>
            </a:lvl1pPr>
          </a:lstStyle>
          <a:p>
            <a:pPr lvl="0"/>
            <a:r>
              <a:rPr lang="en-US" noProof="0"/>
              <a:t>Edit Master text styles</a:t>
            </a:r>
          </a:p>
        </p:txBody>
      </p:sp>
      <p:sp>
        <p:nvSpPr>
          <p:cNvPr id="9" name="Graphic 13">
            <a:extLst>
              <a:ext uri="{FF2B5EF4-FFF2-40B4-BE49-F238E27FC236}">
                <a16:creationId xmlns="" xmlns:a16="http://schemas.microsoft.com/office/drawing/2014/main" id="{BE348D43-6DEE-4E32-B9F5-235CB8EC9257}"/>
              </a:ext>
            </a:extLst>
          </p:cNvPr>
          <p:cNvSpPr/>
          <p:nvPr userDrawn="1"/>
        </p:nvSpPr>
        <p:spPr>
          <a:xfrm>
            <a:off x="7059964" y="2076985"/>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endParaRPr lang="en-US" noProof="0" dirty="0"/>
          </a:p>
        </p:txBody>
      </p:sp>
      <p:sp>
        <p:nvSpPr>
          <p:cNvPr id="12" name="Picture Placeholder 11">
            <a:extLst>
              <a:ext uri="{FF2B5EF4-FFF2-40B4-BE49-F238E27FC236}">
                <a16:creationId xmlns="" xmlns:a16="http://schemas.microsoft.com/office/drawing/2014/main" id="{32A28410-C401-4876-8DE7-D0EFCDE41D2C}"/>
              </a:ext>
            </a:extLst>
          </p:cNvPr>
          <p:cNvSpPr>
            <a:spLocks noGrp="1"/>
          </p:cNvSpPr>
          <p:nvPr>
            <p:ph type="pic" sz="quarter" idx="15"/>
          </p:nvPr>
        </p:nvSpPr>
        <p:spPr>
          <a:xfrm>
            <a:off x="911224" y="0"/>
            <a:ext cx="4626864" cy="6858000"/>
          </a:xfrm>
        </p:spPr>
        <p:txBody>
          <a:bodyPr anchor="ctr" anchorCtr="0">
            <a:normAutofit/>
          </a:bodyPr>
          <a:lstStyle>
            <a:lvl1pPr marL="0" indent="0" algn="ctr">
              <a:buNone/>
              <a:defRPr sz="1400"/>
            </a:lvl1pPr>
          </a:lstStyle>
          <a:p>
            <a:r>
              <a:rPr lang="en-US" noProof="0"/>
              <a:t>Click icon to add picture</a:t>
            </a:r>
            <a:endParaRPr lang="en-US" noProof="0" dirty="0"/>
          </a:p>
        </p:txBody>
      </p:sp>
    </p:spTree>
    <p:extLst>
      <p:ext uri="{BB962C8B-B14F-4D97-AF65-F5344CB8AC3E}">
        <p14:creationId xmlns:p14="http://schemas.microsoft.com/office/powerpoint/2010/main" val="1755848407"/>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11" name="Oval 10">
            <a:extLst>
              <a:ext uri="{FF2B5EF4-FFF2-40B4-BE49-F238E27FC236}">
                <a16:creationId xmlns="" xmlns:a16="http://schemas.microsoft.com/office/drawing/2014/main" id="{275CB319-C744-E641-8907-1470D3DF159D}"/>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a:endParaRPr lang="en-US" noProof="0" dirty="0"/>
          </a:p>
        </p:txBody>
      </p:sp>
      <p:sp>
        <p:nvSpPr>
          <p:cNvPr id="5" name="Slide Number Placeholder 4">
            <a:extLst>
              <a:ext uri="{FF2B5EF4-FFF2-40B4-BE49-F238E27FC236}">
                <a16:creationId xmlns="" xmlns:a16="http://schemas.microsoft.com/office/drawing/2014/main" id="{EAAFC21D-31CF-420D-A654-B62708C71952}"/>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2" name="Title 1">
            <a:extLst>
              <a:ext uri="{FF2B5EF4-FFF2-40B4-BE49-F238E27FC236}">
                <a16:creationId xmlns="" xmlns:a16="http://schemas.microsoft.com/office/drawing/2014/main" id="{F5D078D9-85B9-4D7C-BCDC-31053365B378}"/>
              </a:ext>
            </a:extLst>
          </p:cNvPr>
          <p:cNvSpPr>
            <a:spLocks noGrp="1"/>
          </p:cNvSpPr>
          <p:nvPr>
            <p:ph type="title" hasCustomPrompt="1"/>
          </p:nvPr>
        </p:nvSpPr>
        <p:spPr>
          <a:xfrm>
            <a:off x="1172027" y="3938140"/>
            <a:ext cx="4430485" cy="893080"/>
          </a:xfrm>
        </p:spPr>
        <p:txBody>
          <a:bodyPr/>
          <a:lstStyle>
            <a:lvl1pPr algn="ctr">
              <a:defRPr b="0"/>
            </a:lvl1pPr>
          </a:lstStyle>
          <a:p>
            <a:r>
              <a:rPr lang="en-US" noProof="0"/>
              <a:t>Text Layout 2</a:t>
            </a:r>
          </a:p>
        </p:txBody>
      </p:sp>
      <p:sp>
        <p:nvSpPr>
          <p:cNvPr id="3" name="Date Placeholder 2">
            <a:extLst>
              <a:ext uri="{FF2B5EF4-FFF2-40B4-BE49-F238E27FC236}">
                <a16:creationId xmlns="" xmlns:a16="http://schemas.microsoft.com/office/drawing/2014/main" id="{5F5253D9-2D52-4F01-9ED9-4E2A3C0E6A1B}"/>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 xmlns:a16="http://schemas.microsoft.com/office/drawing/2014/main" id="{D3BDB2FC-0867-44DF-98D6-C443802B8C26}"/>
              </a:ext>
            </a:extLst>
          </p:cNvPr>
          <p:cNvSpPr>
            <a:spLocks noGrp="1"/>
          </p:cNvSpPr>
          <p:nvPr>
            <p:ph type="ftr" sz="quarter" idx="11"/>
          </p:nvPr>
        </p:nvSpPr>
        <p:spPr/>
        <p:txBody>
          <a:bodyPr/>
          <a:lstStyle/>
          <a:p>
            <a:r>
              <a:rPr lang="en-US" noProof="0" dirty="0"/>
              <a:t>ADD A FOOTER</a:t>
            </a:r>
          </a:p>
        </p:txBody>
      </p:sp>
      <p:sp>
        <p:nvSpPr>
          <p:cNvPr id="7" name="Picture Placeholder 6">
            <a:extLst>
              <a:ext uri="{FF2B5EF4-FFF2-40B4-BE49-F238E27FC236}">
                <a16:creationId xmlns="" xmlns:a16="http://schemas.microsoft.com/office/drawing/2014/main" id="{2E25E660-4559-4CC8-852F-94402A454C17}"/>
              </a:ext>
            </a:extLst>
          </p:cNvPr>
          <p:cNvSpPr>
            <a:spLocks noGrp="1"/>
          </p:cNvSpPr>
          <p:nvPr>
            <p:ph type="pic" sz="quarter" idx="13"/>
          </p:nvPr>
        </p:nvSpPr>
        <p:spPr>
          <a:xfrm>
            <a:off x="0" y="797608"/>
            <a:ext cx="12192000" cy="2843784"/>
          </a:xfrm>
        </p:spPr>
        <p:txBody>
          <a:bodyPr anchor="ctr" anchorCtr="0">
            <a:normAutofit/>
          </a:bodyPr>
          <a:lstStyle>
            <a:lvl1pPr marL="0" indent="0" algn="ctr">
              <a:buNone/>
              <a:defRPr sz="1400"/>
            </a:lvl1pPr>
          </a:lstStyle>
          <a:p>
            <a:r>
              <a:rPr lang="en-US" noProof="0"/>
              <a:t>Click icon to add picture</a:t>
            </a:r>
            <a:endParaRPr lang="en-US" noProof="0" dirty="0"/>
          </a:p>
        </p:txBody>
      </p:sp>
      <p:sp>
        <p:nvSpPr>
          <p:cNvPr id="9" name="Graphic 13">
            <a:extLst>
              <a:ext uri="{FF2B5EF4-FFF2-40B4-BE49-F238E27FC236}">
                <a16:creationId xmlns="" xmlns:a16="http://schemas.microsoft.com/office/drawing/2014/main" id="{A4B61220-F8A1-4859-BA99-F5EC0CC36B0F}"/>
              </a:ext>
            </a:extLst>
          </p:cNvPr>
          <p:cNvSpPr/>
          <p:nvPr userDrawn="1"/>
        </p:nvSpPr>
        <p:spPr>
          <a:xfrm>
            <a:off x="1825747" y="4882453"/>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endParaRPr lang="en-US" noProof="0" dirty="0"/>
          </a:p>
        </p:txBody>
      </p:sp>
      <p:sp>
        <p:nvSpPr>
          <p:cNvPr id="10" name="Text Placeholder 14">
            <a:extLst>
              <a:ext uri="{FF2B5EF4-FFF2-40B4-BE49-F238E27FC236}">
                <a16:creationId xmlns="" xmlns:a16="http://schemas.microsoft.com/office/drawing/2014/main" id="{1A39E620-8448-42D8-85B7-A6BF45A2FBDD}"/>
              </a:ext>
            </a:extLst>
          </p:cNvPr>
          <p:cNvSpPr>
            <a:spLocks noGrp="1"/>
          </p:cNvSpPr>
          <p:nvPr>
            <p:ph type="body" sz="quarter" idx="14" hasCustomPrompt="1"/>
          </p:nvPr>
        </p:nvSpPr>
        <p:spPr>
          <a:xfrm>
            <a:off x="1172027" y="5192860"/>
            <a:ext cx="4430485" cy="639683"/>
          </a:xfrm>
        </p:spPr>
        <p:txBody>
          <a:bodyPr>
            <a:normAutofit/>
          </a:bodyPr>
          <a:lstStyle>
            <a:lvl1pPr marL="0" indent="0" algn="ctr">
              <a:buNone/>
              <a:defRPr sz="1800" b="0" i="0"/>
            </a:lvl1pPr>
          </a:lstStyle>
          <a:p>
            <a:pPr lvl="0"/>
            <a:r>
              <a:rPr lang="en-US" noProof="0"/>
              <a:t>EDIT MASTER TEXT STYLES</a:t>
            </a:r>
          </a:p>
        </p:txBody>
      </p:sp>
      <p:sp>
        <p:nvSpPr>
          <p:cNvPr id="12" name="Text Placeholder 14">
            <a:extLst>
              <a:ext uri="{FF2B5EF4-FFF2-40B4-BE49-F238E27FC236}">
                <a16:creationId xmlns="" xmlns:a16="http://schemas.microsoft.com/office/drawing/2014/main" id="{F2FF44AF-6A6B-4742-B58D-DF26808AFD83}"/>
              </a:ext>
            </a:extLst>
          </p:cNvPr>
          <p:cNvSpPr>
            <a:spLocks noGrp="1"/>
          </p:cNvSpPr>
          <p:nvPr>
            <p:ph type="body" sz="quarter" idx="15" hasCustomPrompt="1"/>
          </p:nvPr>
        </p:nvSpPr>
        <p:spPr>
          <a:xfrm>
            <a:off x="6474599" y="4064000"/>
            <a:ext cx="4545374" cy="1698171"/>
          </a:xfrm>
        </p:spPr>
        <p:txBody>
          <a:bodyPr>
            <a:normAutofit/>
          </a:bodyPr>
          <a:lstStyle>
            <a:lvl1pPr marL="180000" indent="-180000">
              <a:spcBef>
                <a:spcPts val="600"/>
              </a:spcBef>
              <a:buClr>
                <a:schemeClr val="bg2"/>
              </a:buClr>
              <a:buFont typeface="Arial" panose="020B0604020202020204" pitchFamily="34" charset="0"/>
              <a:buChar char="•"/>
              <a:defRPr sz="1600" b="0" i="0">
                <a:solidFill>
                  <a:schemeClr val="tx1">
                    <a:lumMod val="75000"/>
                    <a:lumOff val="25000"/>
                  </a:schemeClr>
                </a:solidFill>
              </a:defRPr>
            </a:lvl1pPr>
          </a:lstStyle>
          <a:p>
            <a:pPr lvl="0"/>
            <a:r>
              <a:rPr lang="en-US" noProof="0"/>
              <a:t>Edit Master text styles</a:t>
            </a:r>
          </a:p>
        </p:txBody>
      </p:sp>
    </p:spTree>
    <p:extLst>
      <p:ext uri="{BB962C8B-B14F-4D97-AF65-F5344CB8AC3E}">
        <p14:creationId xmlns:p14="http://schemas.microsoft.com/office/powerpoint/2010/main" val="4249325974"/>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Section Layout">
    <p:spTree>
      <p:nvGrpSpPr>
        <p:cNvPr id="1" name=""/>
        <p:cNvGrpSpPr/>
        <p:nvPr/>
      </p:nvGrpSpPr>
      <p:grpSpPr>
        <a:xfrm>
          <a:off x="0" y="0"/>
          <a:ext cx="0" cy="0"/>
          <a:chOff x="0" y="0"/>
          <a:chExt cx="0" cy="0"/>
        </a:xfrm>
      </p:grpSpPr>
      <p:sp>
        <p:nvSpPr>
          <p:cNvPr id="14" name="Oval 13">
            <a:extLst>
              <a:ext uri="{FF2B5EF4-FFF2-40B4-BE49-F238E27FC236}">
                <a16:creationId xmlns="" xmlns:a16="http://schemas.microsoft.com/office/drawing/2014/main" id="{213AAFFC-6E5A-D44A-ADBF-E9D307CE6349}"/>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a:endParaRPr lang="en-US" noProof="0" dirty="0"/>
          </a:p>
        </p:txBody>
      </p:sp>
      <p:sp>
        <p:nvSpPr>
          <p:cNvPr id="5" name="Slide Number Placeholder 4">
            <a:extLst>
              <a:ext uri="{FF2B5EF4-FFF2-40B4-BE49-F238E27FC236}">
                <a16:creationId xmlns="" xmlns:a16="http://schemas.microsoft.com/office/drawing/2014/main" id="{72DABAFE-C077-44F7-8606-FCEAD364C173}"/>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3" name="Date Placeholder 2">
            <a:extLst>
              <a:ext uri="{FF2B5EF4-FFF2-40B4-BE49-F238E27FC236}">
                <a16:creationId xmlns="" xmlns:a16="http://schemas.microsoft.com/office/drawing/2014/main" id="{F8D0EF65-ABFF-4900-A2AD-12A8C47ECC15}"/>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 xmlns:a16="http://schemas.microsoft.com/office/drawing/2014/main" id="{D1E8D827-86E9-4228-B43C-616FE3F73BC2}"/>
              </a:ext>
            </a:extLst>
          </p:cNvPr>
          <p:cNvSpPr>
            <a:spLocks noGrp="1"/>
          </p:cNvSpPr>
          <p:nvPr>
            <p:ph type="ftr" sz="quarter" idx="11"/>
          </p:nvPr>
        </p:nvSpPr>
        <p:spPr/>
        <p:txBody>
          <a:bodyPr/>
          <a:lstStyle/>
          <a:p>
            <a:r>
              <a:rPr lang="en-US" noProof="0" dirty="0"/>
              <a:t>ADD A FOOTER</a:t>
            </a:r>
          </a:p>
        </p:txBody>
      </p:sp>
      <p:sp>
        <p:nvSpPr>
          <p:cNvPr id="7" name="Text Placeholder 2">
            <a:extLst>
              <a:ext uri="{FF2B5EF4-FFF2-40B4-BE49-F238E27FC236}">
                <a16:creationId xmlns="" xmlns:a16="http://schemas.microsoft.com/office/drawing/2014/main" id="{D2BEBEF9-0DCC-4DA2-9828-D5A83238CD9F}"/>
              </a:ext>
            </a:extLst>
          </p:cNvPr>
          <p:cNvSpPr>
            <a:spLocks noGrp="1"/>
          </p:cNvSpPr>
          <p:nvPr>
            <p:ph type="body" idx="1" hasCustomPrompt="1"/>
          </p:nvPr>
        </p:nvSpPr>
        <p:spPr>
          <a:xfrm>
            <a:off x="2067340" y="2738211"/>
            <a:ext cx="4183650" cy="454353"/>
          </a:xfrm>
        </p:spPr>
        <p:txBody>
          <a:bodyPr>
            <a:noAutofit/>
          </a:bodyPr>
          <a:lstStyle>
            <a:lvl1pPr marL="0" indent="0">
              <a:buNone/>
              <a:defRPr sz="40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Section 1 title</a:t>
            </a:r>
          </a:p>
        </p:txBody>
      </p:sp>
      <p:sp>
        <p:nvSpPr>
          <p:cNvPr id="8" name="Text Placeholder 26">
            <a:extLst>
              <a:ext uri="{FF2B5EF4-FFF2-40B4-BE49-F238E27FC236}">
                <a16:creationId xmlns="" xmlns:a16="http://schemas.microsoft.com/office/drawing/2014/main" id="{CE9C552F-C732-4E4C-8B62-DE62A58BADF0}"/>
              </a:ext>
            </a:extLst>
          </p:cNvPr>
          <p:cNvSpPr>
            <a:spLocks noGrp="1"/>
          </p:cNvSpPr>
          <p:nvPr>
            <p:ph type="body" sz="quarter" idx="16" hasCustomPrompt="1"/>
          </p:nvPr>
        </p:nvSpPr>
        <p:spPr>
          <a:xfrm>
            <a:off x="838201" y="2043790"/>
            <a:ext cx="10515599" cy="629105"/>
          </a:xfrm>
        </p:spPr>
        <p:txBody>
          <a:bodyPr>
            <a:noAutofit/>
          </a:bodyPr>
          <a:lstStyle>
            <a:lvl1pPr marL="0" indent="0" algn="ctr">
              <a:buNone/>
              <a:defRPr sz="1800" b="0" i="0"/>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EDIT MASTER TEXT STYLES</a:t>
            </a:r>
          </a:p>
        </p:txBody>
      </p:sp>
      <p:sp>
        <p:nvSpPr>
          <p:cNvPr id="9" name="Text Placeholder 2">
            <a:extLst>
              <a:ext uri="{FF2B5EF4-FFF2-40B4-BE49-F238E27FC236}">
                <a16:creationId xmlns="" xmlns:a16="http://schemas.microsoft.com/office/drawing/2014/main" id="{100DDA39-3A33-4AF8-BB2F-B80A8696D428}"/>
              </a:ext>
            </a:extLst>
          </p:cNvPr>
          <p:cNvSpPr>
            <a:spLocks noGrp="1"/>
          </p:cNvSpPr>
          <p:nvPr>
            <p:ph type="body" idx="18" hasCustomPrompt="1"/>
          </p:nvPr>
        </p:nvSpPr>
        <p:spPr>
          <a:xfrm>
            <a:off x="7534813" y="2738211"/>
            <a:ext cx="4183650" cy="454353"/>
          </a:xfrm>
        </p:spPr>
        <p:txBody>
          <a:bodyPr>
            <a:noAutofit/>
          </a:bodyPr>
          <a:lstStyle>
            <a:lvl1pPr marL="0" indent="0">
              <a:buNone/>
              <a:defRPr sz="40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Section 2 title</a:t>
            </a:r>
          </a:p>
        </p:txBody>
      </p:sp>
      <p:sp>
        <p:nvSpPr>
          <p:cNvPr id="10" name="Text Placeholder 26">
            <a:extLst>
              <a:ext uri="{FF2B5EF4-FFF2-40B4-BE49-F238E27FC236}">
                <a16:creationId xmlns="" xmlns:a16="http://schemas.microsoft.com/office/drawing/2014/main" id="{D01D7372-B596-424A-8437-BCA847E03CF1}"/>
              </a:ext>
            </a:extLst>
          </p:cNvPr>
          <p:cNvSpPr>
            <a:spLocks noGrp="1"/>
          </p:cNvSpPr>
          <p:nvPr>
            <p:ph type="body" sz="quarter" idx="20" hasCustomPrompt="1"/>
          </p:nvPr>
        </p:nvSpPr>
        <p:spPr>
          <a:xfrm>
            <a:off x="1159649" y="3428501"/>
            <a:ext cx="4365625" cy="2333625"/>
          </a:xfrm>
        </p:spPr>
        <p:txBody>
          <a:bodyPr>
            <a:normAutofit/>
          </a:bodyPr>
          <a:lstStyle>
            <a:lvl1pPr marL="180000" indent="-180000">
              <a:spcBef>
                <a:spcPts val="600"/>
              </a:spcBef>
              <a:buClr>
                <a:schemeClr val="bg2"/>
              </a:buClr>
              <a:defRPr sz="160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noProof="0"/>
              <a:t>Edit Master text styles</a:t>
            </a:r>
          </a:p>
        </p:txBody>
      </p:sp>
      <p:sp>
        <p:nvSpPr>
          <p:cNvPr id="11" name="Text Placeholder 26">
            <a:extLst>
              <a:ext uri="{FF2B5EF4-FFF2-40B4-BE49-F238E27FC236}">
                <a16:creationId xmlns="" xmlns:a16="http://schemas.microsoft.com/office/drawing/2014/main" id="{F78DB58E-1DC8-42B6-8950-A39F9249D51D}"/>
              </a:ext>
            </a:extLst>
          </p:cNvPr>
          <p:cNvSpPr>
            <a:spLocks noGrp="1"/>
          </p:cNvSpPr>
          <p:nvPr>
            <p:ph type="body" sz="quarter" idx="21" hasCustomPrompt="1"/>
          </p:nvPr>
        </p:nvSpPr>
        <p:spPr>
          <a:xfrm>
            <a:off x="6627121" y="3428501"/>
            <a:ext cx="4365625" cy="2333625"/>
          </a:xfrm>
        </p:spPr>
        <p:txBody>
          <a:bodyPr>
            <a:normAutofit/>
          </a:bodyPr>
          <a:lstStyle>
            <a:lvl1pPr marL="180000" indent="-180000">
              <a:spcBef>
                <a:spcPts val="600"/>
              </a:spcBef>
              <a:buClr>
                <a:schemeClr val="bg2"/>
              </a:buClr>
              <a:defRPr sz="160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noProof="0"/>
              <a:t>Edit Master text styles</a:t>
            </a:r>
          </a:p>
        </p:txBody>
      </p:sp>
      <p:sp>
        <p:nvSpPr>
          <p:cNvPr id="12" name="Graphic 13">
            <a:extLst>
              <a:ext uri="{FF2B5EF4-FFF2-40B4-BE49-F238E27FC236}">
                <a16:creationId xmlns="" xmlns:a16="http://schemas.microsoft.com/office/drawing/2014/main" id="{6E7BE306-50F4-4966-B172-8808A97D9FF4}"/>
              </a:ext>
            </a:extLst>
          </p:cNvPr>
          <p:cNvSpPr/>
          <p:nvPr userDrawn="1"/>
        </p:nvSpPr>
        <p:spPr>
          <a:xfrm>
            <a:off x="4534478" y="1718435"/>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endParaRPr lang="en-US" noProof="0" dirty="0"/>
          </a:p>
        </p:txBody>
      </p:sp>
      <p:sp>
        <p:nvSpPr>
          <p:cNvPr id="13" name="Title 1">
            <a:extLst>
              <a:ext uri="{FF2B5EF4-FFF2-40B4-BE49-F238E27FC236}">
                <a16:creationId xmlns="" xmlns:a16="http://schemas.microsoft.com/office/drawing/2014/main" id="{17DEC651-98F0-44EE-BAB8-8B3FE702A36A}"/>
              </a:ext>
            </a:extLst>
          </p:cNvPr>
          <p:cNvSpPr>
            <a:spLocks noGrp="1"/>
          </p:cNvSpPr>
          <p:nvPr>
            <p:ph type="title" hasCustomPrompt="1"/>
          </p:nvPr>
        </p:nvSpPr>
        <p:spPr>
          <a:xfrm>
            <a:off x="838200" y="562882"/>
            <a:ext cx="10515600" cy="1325563"/>
          </a:xfrm>
        </p:spPr>
        <p:txBody>
          <a:bodyPr/>
          <a:lstStyle>
            <a:lvl1pPr algn="ctr">
              <a:defRPr b="0"/>
            </a:lvl1pPr>
          </a:lstStyle>
          <a:p>
            <a:r>
              <a:rPr lang="en-US" noProof="0"/>
              <a:t>Comparison</a:t>
            </a:r>
          </a:p>
        </p:txBody>
      </p:sp>
    </p:spTree>
    <p:extLst>
      <p:ext uri="{BB962C8B-B14F-4D97-AF65-F5344CB8AC3E}">
        <p14:creationId xmlns:p14="http://schemas.microsoft.com/office/powerpoint/2010/main" val="114585915"/>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3" name="Oval 22">
            <a:extLst>
              <a:ext uri="{FF2B5EF4-FFF2-40B4-BE49-F238E27FC236}">
                <a16:creationId xmlns="" xmlns:a16="http://schemas.microsoft.com/office/drawing/2014/main" id="{99E16AA7-5075-3449-AB21-5E8037339A90}"/>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a:endParaRPr lang="en-US" noProof="0" dirty="0"/>
          </a:p>
        </p:txBody>
      </p:sp>
      <p:sp>
        <p:nvSpPr>
          <p:cNvPr id="5" name="Slide Number Placeholder 4">
            <a:extLst>
              <a:ext uri="{FF2B5EF4-FFF2-40B4-BE49-F238E27FC236}">
                <a16:creationId xmlns="" xmlns:a16="http://schemas.microsoft.com/office/drawing/2014/main" id="{E523D6FB-BDF5-462B-9DFB-6A2531254435}"/>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3" name="Date Placeholder 2">
            <a:extLst>
              <a:ext uri="{FF2B5EF4-FFF2-40B4-BE49-F238E27FC236}">
                <a16:creationId xmlns="" xmlns:a16="http://schemas.microsoft.com/office/drawing/2014/main" id="{3CAFBD2F-FD90-4C8F-BEA1-91BB2D242EED}"/>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 xmlns:a16="http://schemas.microsoft.com/office/drawing/2014/main" id="{5F47FDA8-53F5-4098-B6D5-32456ABFAE67}"/>
              </a:ext>
            </a:extLst>
          </p:cNvPr>
          <p:cNvSpPr>
            <a:spLocks noGrp="1"/>
          </p:cNvSpPr>
          <p:nvPr>
            <p:ph type="ftr" sz="quarter" idx="11"/>
          </p:nvPr>
        </p:nvSpPr>
        <p:spPr/>
        <p:txBody>
          <a:bodyPr/>
          <a:lstStyle/>
          <a:p>
            <a:r>
              <a:rPr lang="en-US" noProof="0" dirty="0"/>
              <a:t>ADD A FOOTER</a:t>
            </a:r>
          </a:p>
        </p:txBody>
      </p:sp>
      <p:sp>
        <p:nvSpPr>
          <p:cNvPr id="6" name="Chart Placeholder 18">
            <a:extLst>
              <a:ext uri="{FF2B5EF4-FFF2-40B4-BE49-F238E27FC236}">
                <a16:creationId xmlns="" xmlns:a16="http://schemas.microsoft.com/office/drawing/2014/main" id="{270B440B-C39E-47E6-9CBA-0BA4EB1EF522}"/>
              </a:ext>
            </a:extLst>
          </p:cNvPr>
          <p:cNvSpPr>
            <a:spLocks noGrp="1"/>
          </p:cNvSpPr>
          <p:nvPr>
            <p:ph type="chart" sz="quarter" idx="32"/>
          </p:nvPr>
        </p:nvSpPr>
        <p:spPr>
          <a:xfrm>
            <a:off x="6981371" y="1246188"/>
            <a:ext cx="4284663" cy="4365625"/>
          </a:xfrm>
        </p:spPr>
        <p:txBody>
          <a:bodyPr anchor="ctr" anchorCtr="0">
            <a:normAutofit/>
          </a:bodyPr>
          <a:lstStyle>
            <a:lvl1pPr marL="0" indent="0" algn="ctr">
              <a:buNone/>
              <a:defRPr sz="1600">
                <a:solidFill>
                  <a:schemeClr val="tx1">
                    <a:lumMod val="50000"/>
                    <a:lumOff val="50000"/>
                  </a:schemeClr>
                </a:solidFill>
              </a:defRPr>
            </a:lvl1pPr>
          </a:lstStyle>
          <a:p>
            <a:r>
              <a:rPr lang="en-US" noProof="0"/>
              <a:t>Click icon to add chart</a:t>
            </a:r>
            <a:endParaRPr lang="en-US" noProof="0" dirty="0"/>
          </a:p>
        </p:txBody>
      </p:sp>
      <p:sp>
        <p:nvSpPr>
          <p:cNvPr id="8" name="Graphic 13">
            <a:extLst>
              <a:ext uri="{FF2B5EF4-FFF2-40B4-BE49-F238E27FC236}">
                <a16:creationId xmlns="" xmlns:a16="http://schemas.microsoft.com/office/drawing/2014/main" id="{1ED66CD9-A275-41A6-92EA-B32A8F51F472}"/>
              </a:ext>
            </a:extLst>
          </p:cNvPr>
          <p:cNvSpPr/>
          <p:nvPr userDrawn="1"/>
        </p:nvSpPr>
        <p:spPr>
          <a:xfrm>
            <a:off x="1949460" y="2168288"/>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endParaRPr lang="en-US" noProof="0" dirty="0"/>
          </a:p>
        </p:txBody>
      </p:sp>
      <p:sp>
        <p:nvSpPr>
          <p:cNvPr id="9" name="Text Placeholder 14">
            <a:extLst>
              <a:ext uri="{FF2B5EF4-FFF2-40B4-BE49-F238E27FC236}">
                <a16:creationId xmlns="" xmlns:a16="http://schemas.microsoft.com/office/drawing/2014/main" id="{B1A41807-9D03-4167-89E4-C5D1E8143661}"/>
              </a:ext>
            </a:extLst>
          </p:cNvPr>
          <p:cNvSpPr>
            <a:spLocks noGrp="1"/>
          </p:cNvSpPr>
          <p:nvPr>
            <p:ph type="body" sz="quarter" idx="14" hasCustomPrompt="1"/>
          </p:nvPr>
        </p:nvSpPr>
        <p:spPr>
          <a:xfrm>
            <a:off x="925966" y="2478695"/>
            <a:ext cx="5170033" cy="758536"/>
          </a:xfrm>
        </p:spPr>
        <p:txBody>
          <a:bodyPr>
            <a:normAutofit/>
          </a:bodyPr>
          <a:lstStyle>
            <a:lvl1pPr marL="0" indent="0" algn="ctr">
              <a:buNone/>
              <a:defRPr sz="1800" b="0" i="0"/>
            </a:lvl1pPr>
          </a:lstStyle>
          <a:p>
            <a:pPr lvl="0"/>
            <a:r>
              <a:rPr lang="en-US" noProof="0"/>
              <a:t>EDIT MASTER TEXT STYLES</a:t>
            </a:r>
          </a:p>
        </p:txBody>
      </p:sp>
      <p:sp>
        <p:nvSpPr>
          <p:cNvPr id="10" name="Title 1">
            <a:extLst>
              <a:ext uri="{FF2B5EF4-FFF2-40B4-BE49-F238E27FC236}">
                <a16:creationId xmlns="" xmlns:a16="http://schemas.microsoft.com/office/drawing/2014/main" id="{CBDF72AB-A1AE-464E-A9E1-C5CDA8D5CCFE}"/>
              </a:ext>
            </a:extLst>
          </p:cNvPr>
          <p:cNvSpPr>
            <a:spLocks noGrp="1"/>
          </p:cNvSpPr>
          <p:nvPr>
            <p:ph type="title" hasCustomPrompt="1"/>
          </p:nvPr>
        </p:nvSpPr>
        <p:spPr>
          <a:xfrm>
            <a:off x="1957858" y="1289573"/>
            <a:ext cx="3106248" cy="758536"/>
          </a:xfrm>
        </p:spPr>
        <p:txBody>
          <a:bodyPr lIns="0" tIns="0" rIns="0" bIns="0">
            <a:noAutofit/>
          </a:bodyPr>
          <a:lstStyle>
            <a:lvl1pPr algn="ctr">
              <a:defRPr/>
            </a:lvl1pPr>
          </a:lstStyle>
          <a:p>
            <a:r>
              <a:rPr lang="en-US" noProof="0"/>
              <a:t>Chart Slide</a:t>
            </a:r>
          </a:p>
        </p:txBody>
      </p:sp>
      <p:sp>
        <p:nvSpPr>
          <p:cNvPr id="12" name="Text Placeholder 2">
            <a:extLst>
              <a:ext uri="{FF2B5EF4-FFF2-40B4-BE49-F238E27FC236}">
                <a16:creationId xmlns="" xmlns:a16="http://schemas.microsoft.com/office/drawing/2014/main" id="{B83C9A6F-A614-4B31-91D5-3B5CB932149C}"/>
              </a:ext>
            </a:extLst>
          </p:cNvPr>
          <p:cNvSpPr>
            <a:spLocks noGrp="1"/>
          </p:cNvSpPr>
          <p:nvPr>
            <p:ph type="body" idx="18" hasCustomPrompt="1"/>
          </p:nvPr>
        </p:nvSpPr>
        <p:spPr>
          <a:xfrm>
            <a:off x="2030497" y="3408555"/>
            <a:ext cx="1597889" cy="482453"/>
          </a:xfrm>
        </p:spPr>
        <p:txBody>
          <a:bodyPr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30%</a:t>
            </a:r>
          </a:p>
        </p:txBody>
      </p:sp>
      <p:sp>
        <p:nvSpPr>
          <p:cNvPr id="13" name="Text Placeholder 26">
            <a:extLst>
              <a:ext uri="{FF2B5EF4-FFF2-40B4-BE49-F238E27FC236}">
                <a16:creationId xmlns="" xmlns:a16="http://schemas.microsoft.com/office/drawing/2014/main" id="{A985BA82-9C97-475F-8775-0F16D2FB4047}"/>
              </a:ext>
            </a:extLst>
          </p:cNvPr>
          <p:cNvSpPr>
            <a:spLocks noGrp="1"/>
          </p:cNvSpPr>
          <p:nvPr>
            <p:ph type="body" sz="quarter" idx="21" hasCustomPrompt="1"/>
          </p:nvPr>
        </p:nvSpPr>
        <p:spPr>
          <a:xfrm>
            <a:off x="2030498" y="3739108"/>
            <a:ext cx="1597889" cy="365125"/>
          </a:xfrm>
        </p:spPr>
        <p:txBody>
          <a:bodyPr>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noProof="0"/>
              <a:t>Category Title</a:t>
            </a:r>
          </a:p>
        </p:txBody>
      </p:sp>
      <p:sp>
        <p:nvSpPr>
          <p:cNvPr id="15" name="Text Placeholder 2">
            <a:extLst>
              <a:ext uri="{FF2B5EF4-FFF2-40B4-BE49-F238E27FC236}">
                <a16:creationId xmlns="" xmlns:a16="http://schemas.microsoft.com/office/drawing/2014/main" id="{E5376509-D29C-46DE-948E-15D430CE432A}"/>
              </a:ext>
            </a:extLst>
          </p:cNvPr>
          <p:cNvSpPr>
            <a:spLocks noGrp="1"/>
          </p:cNvSpPr>
          <p:nvPr>
            <p:ph type="body" idx="22" hasCustomPrompt="1"/>
          </p:nvPr>
        </p:nvSpPr>
        <p:spPr>
          <a:xfrm>
            <a:off x="2030522" y="4142228"/>
            <a:ext cx="1597889" cy="482452"/>
          </a:xfrm>
        </p:spPr>
        <p:txBody>
          <a:bodyPr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10%</a:t>
            </a:r>
          </a:p>
        </p:txBody>
      </p:sp>
      <p:sp>
        <p:nvSpPr>
          <p:cNvPr id="16" name="Text Placeholder 26">
            <a:extLst>
              <a:ext uri="{FF2B5EF4-FFF2-40B4-BE49-F238E27FC236}">
                <a16:creationId xmlns="" xmlns:a16="http://schemas.microsoft.com/office/drawing/2014/main" id="{A581FA6A-566D-4068-A898-F86FB96D4A93}"/>
              </a:ext>
            </a:extLst>
          </p:cNvPr>
          <p:cNvSpPr>
            <a:spLocks noGrp="1"/>
          </p:cNvSpPr>
          <p:nvPr>
            <p:ph type="body" sz="quarter" idx="23" hasCustomPrompt="1"/>
          </p:nvPr>
        </p:nvSpPr>
        <p:spPr>
          <a:xfrm>
            <a:off x="2030523" y="4472778"/>
            <a:ext cx="1597889" cy="365125"/>
          </a:xfrm>
        </p:spPr>
        <p:txBody>
          <a:bodyPr>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noProof="0"/>
              <a:t>Category Title</a:t>
            </a:r>
          </a:p>
        </p:txBody>
      </p:sp>
      <p:sp>
        <p:nvSpPr>
          <p:cNvPr id="18" name="Text Placeholder 2">
            <a:extLst>
              <a:ext uri="{FF2B5EF4-FFF2-40B4-BE49-F238E27FC236}">
                <a16:creationId xmlns="" xmlns:a16="http://schemas.microsoft.com/office/drawing/2014/main" id="{503636CF-AD49-411E-BE27-63C28BDE068C}"/>
              </a:ext>
            </a:extLst>
          </p:cNvPr>
          <p:cNvSpPr>
            <a:spLocks noGrp="1"/>
          </p:cNvSpPr>
          <p:nvPr>
            <p:ph type="body" idx="24" hasCustomPrompt="1"/>
          </p:nvPr>
        </p:nvSpPr>
        <p:spPr>
          <a:xfrm>
            <a:off x="3970011" y="3408555"/>
            <a:ext cx="1597889" cy="482453"/>
          </a:xfrm>
        </p:spPr>
        <p:txBody>
          <a:bodyPr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25%</a:t>
            </a:r>
          </a:p>
        </p:txBody>
      </p:sp>
      <p:sp>
        <p:nvSpPr>
          <p:cNvPr id="19" name="Text Placeholder 26">
            <a:extLst>
              <a:ext uri="{FF2B5EF4-FFF2-40B4-BE49-F238E27FC236}">
                <a16:creationId xmlns="" xmlns:a16="http://schemas.microsoft.com/office/drawing/2014/main" id="{F2C67681-C89E-4F74-A7C1-BD0812A9422A}"/>
              </a:ext>
            </a:extLst>
          </p:cNvPr>
          <p:cNvSpPr>
            <a:spLocks noGrp="1"/>
          </p:cNvSpPr>
          <p:nvPr>
            <p:ph type="body" sz="quarter" idx="25" hasCustomPrompt="1"/>
          </p:nvPr>
        </p:nvSpPr>
        <p:spPr>
          <a:xfrm>
            <a:off x="3970012" y="3739108"/>
            <a:ext cx="1597889" cy="365125"/>
          </a:xfrm>
        </p:spPr>
        <p:txBody>
          <a:bodyPr>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noProof="0"/>
              <a:t>Category Title</a:t>
            </a:r>
          </a:p>
        </p:txBody>
      </p:sp>
      <p:sp>
        <p:nvSpPr>
          <p:cNvPr id="21" name="Text Placeholder 2">
            <a:extLst>
              <a:ext uri="{FF2B5EF4-FFF2-40B4-BE49-F238E27FC236}">
                <a16:creationId xmlns="" xmlns:a16="http://schemas.microsoft.com/office/drawing/2014/main" id="{5742559E-6662-49A7-A091-9472A31ED26B}"/>
              </a:ext>
            </a:extLst>
          </p:cNvPr>
          <p:cNvSpPr>
            <a:spLocks noGrp="1"/>
          </p:cNvSpPr>
          <p:nvPr>
            <p:ph type="body" idx="26" hasCustomPrompt="1"/>
          </p:nvPr>
        </p:nvSpPr>
        <p:spPr>
          <a:xfrm>
            <a:off x="3970036" y="4142228"/>
            <a:ext cx="1597889" cy="482452"/>
          </a:xfrm>
        </p:spPr>
        <p:txBody>
          <a:bodyPr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10%</a:t>
            </a:r>
          </a:p>
        </p:txBody>
      </p:sp>
      <p:sp>
        <p:nvSpPr>
          <p:cNvPr id="22" name="Text Placeholder 26">
            <a:extLst>
              <a:ext uri="{FF2B5EF4-FFF2-40B4-BE49-F238E27FC236}">
                <a16:creationId xmlns="" xmlns:a16="http://schemas.microsoft.com/office/drawing/2014/main" id="{E514B383-1886-4E45-9DB3-6DF4FFCA6FCD}"/>
              </a:ext>
            </a:extLst>
          </p:cNvPr>
          <p:cNvSpPr>
            <a:spLocks noGrp="1"/>
          </p:cNvSpPr>
          <p:nvPr>
            <p:ph type="body" sz="quarter" idx="27" hasCustomPrompt="1"/>
          </p:nvPr>
        </p:nvSpPr>
        <p:spPr>
          <a:xfrm>
            <a:off x="3970037" y="4472779"/>
            <a:ext cx="1597889" cy="365125"/>
          </a:xfrm>
        </p:spPr>
        <p:txBody>
          <a:bodyPr>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noProof="0"/>
              <a:t>Category Title</a:t>
            </a:r>
          </a:p>
        </p:txBody>
      </p:sp>
      <p:sp>
        <p:nvSpPr>
          <p:cNvPr id="24" name="Text Placeholder 2">
            <a:extLst>
              <a:ext uri="{FF2B5EF4-FFF2-40B4-BE49-F238E27FC236}">
                <a16:creationId xmlns="" xmlns:a16="http://schemas.microsoft.com/office/drawing/2014/main" id="{2734F2A5-6B16-40E3-8EBB-0E1A0984BAB7}"/>
              </a:ext>
            </a:extLst>
          </p:cNvPr>
          <p:cNvSpPr>
            <a:spLocks noGrp="1"/>
          </p:cNvSpPr>
          <p:nvPr>
            <p:ph type="body" idx="28" hasCustomPrompt="1"/>
          </p:nvPr>
        </p:nvSpPr>
        <p:spPr>
          <a:xfrm>
            <a:off x="2030497" y="4875898"/>
            <a:ext cx="1597889" cy="482452"/>
          </a:xfrm>
        </p:spPr>
        <p:txBody>
          <a:bodyPr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20%</a:t>
            </a:r>
          </a:p>
        </p:txBody>
      </p:sp>
      <p:sp>
        <p:nvSpPr>
          <p:cNvPr id="25" name="Text Placeholder 26">
            <a:extLst>
              <a:ext uri="{FF2B5EF4-FFF2-40B4-BE49-F238E27FC236}">
                <a16:creationId xmlns="" xmlns:a16="http://schemas.microsoft.com/office/drawing/2014/main" id="{01D6AF2B-2CA0-4F6A-9C29-4AE73FCAB4E2}"/>
              </a:ext>
            </a:extLst>
          </p:cNvPr>
          <p:cNvSpPr>
            <a:spLocks noGrp="1"/>
          </p:cNvSpPr>
          <p:nvPr>
            <p:ph type="body" sz="quarter" idx="29" hasCustomPrompt="1"/>
          </p:nvPr>
        </p:nvSpPr>
        <p:spPr>
          <a:xfrm>
            <a:off x="2030498" y="5206449"/>
            <a:ext cx="1597889" cy="365125"/>
          </a:xfrm>
        </p:spPr>
        <p:txBody>
          <a:bodyPr>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noProof="0"/>
              <a:t>Category Title</a:t>
            </a:r>
          </a:p>
        </p:txBody>
      </p:sp>
      <p:sp>
        <p:nvSpPr>
          <p:cNvPr id="27" name="Text Placeholder 2">
            <a:extLst>
              <a:ext uri="{FF2B5EF4-FFF2-40B4-BE49-F238E27FC236}">
                <a16:creationId xmlns="" xmlns:a16="http://schemas.microsoft.com/office/drawing/2014/main" id="{C3E000C2-49D4-4D64-860A-0DB29B389387}"/>
              </a:ext>
            </a:extLst>
          </p:cNvPr>
          <p:cNvSpPr>
            <a:spLocks noGrp="1"/>
          </p:cNvSpPr>
          <p:nvPr>
            <p:ph type="body" idx="30" hasCustomPrompt="1"/>
          </p:nvPr>
        </p:nvSpPr>
        <p:spPr>
          <a:xfrm>
            <a:off x="3970037" y="4875898"/>
            <a:ext cx="1597889" cy="482452"/>
          </a:xfrm>
        </p:spPr>
        <p:txBody>
          <a:bodyPr anchor="b" anchorCtr="0">
            <a:no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5%</a:t>
            </a:r>
          </a:p>
        </p:txBody>
      </p:sp>
      <p:sp>
        <p:nvSpPr>
          <p:cNvPr id="28" name="Text Placeholder 26">
            <a:extLst>
              <a:ext uri="{FF2B5EF4-FFF2-40B4-BE49-F238E27FC236}">
                <a16:creationId xmlns="" xmlns:a16="http://schemas.microsoft.com/office/drawing/2014/main" id="{4A6CF106-F60C-46A1-BD17-8EC35A637A7C}"/>
              </a:ext>
            </a:extLst>
          </p:cNvPr>
          <p:cNvSpPr>
            <a:spLocks noGrp="1"/>
          </p:cNvSpPr>
          <p:nvPr>
            <p:ph type="body" sz="quarter" idx="31" hasCustomPrompt="1"/>
          </p:nvPr>
        </p:nvSpPr>
        <p:spPr>
          <a:xfrm>
            <a:off x="3970037" y="5206449"/>
            <a:ext cx="1597889" cy="365125"/>
          </a:xfrm>
        </p:spPr>
        <p:txBody>
          <a:bodyPr>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noProof="0"/>
              <a:t>Category Title</a:t>
            </a:r>
          </a:p>
        </p:txBody>
      </p:sp>
    </p:spTree>
    <p:extLst>
      <p:ext uri="{BB962C8B-B14F-4D97-AF65-F5344CB8AC3E}">
        <p14:creationId xmlns:p14="http://schemas.microsoft.com/office/powerpoint/2010/main" val="2847251865"/>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10" name="Oval 9">
            <a:extLst>
              <a:ext uri="{FF2B5EF4-FFF2-40B4-BE49-F238E27FC236}">
                <a16:creationId xmlns="" xmlns:a16="http://schemas.microsoft.com/office/drawing/2014/main" id="{FB049D0D-CE60-8E46-896A-1F4E3E51AABC}"/>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a:endParaRPr lang="en-US" noProof="0" dirty="0"/>
          </a:p>
        </p:txBody>
      </p:sp>
      <p:sp>
        <p:nvSpPr>
          <p:cNvPr id="5" name="Slide Number Placeholder 4">
            <a:extLst>
              <a:ext uri="{FF2B5EF4-FFF2-40B4-BE49-F238E27FC236}">
                <a16:creationId xmlns="" xmlns:a16="http://schemas.microsoft.com/office/drawing/2014/main" id="{DE288F71-122C-49D4-9750-104A0F9BA30E}"/>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3" name="Date Placeholder 2">
            <a:extLst>
              <a:ext uri="{FF2B5EF4-FFF2-40B4-BE49-F238E27FC236}">
                <a16:creationId xmlns="" xmlns:a16="http://schemas.microsoft.com/office/drawing/2014/main" id="{67A81471-D048-496A-9DA4-EDB335843A90}"/>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 xmlns:a16="http://schemas.microsoft.com/office/drawing/2014/main" id="{ABADBAE1-8416-4A24-B332-BA35F9D581F0}"/>
              </a:ext>
            </a:extLst>
          </p:cNvPr>
          <p:cNvSpPr>
            <a:spLocks noGrp="1"/>
          </p:cNvSpPr>
          <p:nvPr>
            <p:ph type="ftr" sz="quarter" idx="11"/>
          </p:nvPr>
        </p:nvSpPr>
        <p:spPr/>
        <p:txBody>
          <a:bodyPr/>
          <a:lstStyle/>
          <a:p>
            <a:r>
              <a:rPr lang="en-US" noProof="0" dirty="0"/>
              <a:t>ADD A FOOTER</a:t>
            </a:r>
          </a:p>
        </p:txBody>
      </p:sp>
      <p:sp>
        <p:nvSpPr>
          <p:cNvPr id="7" name="Text Placeholder 14">
            <a:extLst>
              <a:ext uri="{FF2B5EF4-FFF2-40B4-BE49-F238E27FC236}">
                <a16:creationId xmlns="" xmlns:a16="http://schemas.microsoft.com/office/drawing/2014/main" id="{B9AF1F95-7091-4B50-892C-55F8B5B9AC86}"/>
              </a:ext>
            </a:extLst>
          </p:cNvPr>
          <p:cNvSpPr>
            <a:spLocks noGrp="1"/>
          </p:cNvSpPr>
          <p:nvPr>
            <p:ph type="body" sz="quarter" idx="13" hasCustomPrompt="1"/>
          </p:nvPr>
        </p:nvSpPr>
        <p:spPr>
          <a:xfrm>
            <a:off x="8291145" y="3029751"/>
            <a:ext cx="2825496" cy="2144162"/>
          </a:xfrm>
        </p:spPr>
        <p:txBody>
          <a:bodyPr>
            <a:normAutofit/>
          </a:bodyPr>
          <a:lstStyle>
            <a:lvl1pPr marL="0" indent="0" algn="ctr">
              <a:buNone/>
              <a:defRPr sz="1800" b="0" i="0"/>
            </a:lvl1pPr>
          </a:lstStyle>
          <a:p>
            <a:pPr lvl="0"/>
            <a:r>
              <a:rPr lang="en-US" noProof="0"/>
              <a:t>EDIT MASTER TEXT STYLES</a:t>
            </a:r>
          </a:p>
        </p:txBody>
      </p:sp>
      <p:sp>
        <p:nvSpPr>
          <p:cNvPr id="9" name="Title 1">
            <a:extLst>
              <a:ext uri="{FF2B5EF4-FFF2-40B4-BE49-F238E27FC236}">
                <a16:creationId xmlns="" xmlns:a16="http://schemas.microsoft.com/office/drawing/2014/main" id="{77DE3589-2C45-437A-BDA9-55A9B8859FF7}"/>
              </a:ext>
            </a:extLst>
          </p:cNvPr>
          <p:cNvSpPr>
            <a:spLocks noGrp="1"/>
          </p:cNvSpPr>
          <p:nvPr>
            <p:ph type="title" hasCustomPrompt="1"/>
          </p:nvPr>
        </p:nvSpPr>
        <p:spPr>
          <a:xfrm>
            <a:off x="8291145" y="1868285"/>
            <a:ext cx="2825496" cy="718222"/>
          </a:xfrm>
        </p:spPr>
        <p:txBody>
          <a:bodyPr/>
          <a:lstStyle>
            <a:lvl1pPr algn="ctr">
              <a:defRPr/>
            </a:lvl1pPr>
          </a:lstStyle>
          <a:p>
            <a:r>
              <a:rPr lang="en-US" noProof="0"/>
              <a:t>Table Slide</a:t>
            </a:r>
          </a:p>
        </p:txBody>
      </p:sp>
      <p:sp>
        <p:nvSpPr>
          <p:cNvPr id="15" name="Graphic 12">
            <a:extLst>
              <a:ext uri="{FF2B5EF4-FFF2-40B4-BE49-F238E27FC236}">
                <a16:creationId xmlns="" xmlns:a16="http://schemas.microsoft.com/office/drawing/2014/main" id="{6161C347-CD23-4D4F-981D-1C8457111EA8}"/>
              </a:ext>
            </a:extLst>
          </p:cNvPr>
          <p:cNvSpPr/>
          <p:nvPr userDrawn="1"/>
        </p:nvSpPr>
        <p:spPr>
          <a:xfrm>
            <a:off x="8340351" y="2726976"/>
            <a:ext cx="2727084" cy="139525"/>
          </a:xfrm>
          <a:custGeom>
            <a:avLst/>
            <a:gdLst>
              <a:gd name="connsiteX0" fmla="*/ 67167 w 2727084"/>
              <a:gd name="connsiteY0" fmla="*/ 78582 h 139525"/>
              <a:gd name="connsiteX1" fmla="*/ 12625 w 2727084"/>
              <a:gd name="connsiteY1" fmla="*/ 78582 h 139525"/>
              <a:gd name="connsiteX2" fmla="*/ 12625 w 2727084"/>
              <a:gd name="connsiteY2" fmla="*/ 65898 h 139525"/>
              <a:gd name="connsiteX3" fmla="*/ 956323 w 2727084"/>
              <a:gd name="connsiteY3" fmla="*/ 65898 h 139525"/>
              <a:gd name="connsiteX4" fmla="*/ 1151658 w 2727084"/>
              <a:gd name="connsiteY4" fmla="*/ 12625 h 139525"/>
              <a:gd name="connsiteX5" fmla="*/ 1268352 w 2727084"/>
              <a:gd name="connsiteY5" fmla="*/ 65898 h 139525"/>
              <a:gd name="connsiteX6" fmla="*/ 1297526 w 2727084"/>
              <a:gd name="connsiteY6" fmla="*/ 65898 h 139525"/>
              <a:gd name="connsiteX7" fmla="*/ 1353336 w 2727084"/>
              <a:gd name="connsiteY7" fmla="*/ 15162 h 139525"/>
              <a:gd name="connsiteX8" fmla="*/ 1409146 w 2727084"/>
              <a:gd name="connsiteY8" fmla="*/ 65898 h 139525"/>
              <a:gd name="connsiteX9" fmla="*/ 1438319 w 2727084"/>
              <a:gd name="connsiteY9" fmla="*/ 65898 h 139525"/>
              <a:gd name="connsiteX10" fmla="*/ 1555013 w 2727084"/>
              <a:gd name="connsiteY10" fmla="*/ 12625 h 139525"/>
              <a:gd name="connsiteX11" fmla="*/ 1750348 w 2727084"/>
              <a:gd name="connsiteY11" fmla="*/ 65898 h 139525"/>
              <a:gd name="connsiteX12" fmla="*/ 2723220 w 2727084"/>
              <a:gd name="connsiteY12" fmla="*/ 65898 h 139525"/>
              <a:gd name="connsiteX13" fmla="*/ 2723220 w 2727084"/>
              <a:gd name="connsiteY13" fmla="*/ 78582 h 139525"/>
              <a:gd name="connsiteX14" fmla="*/ 2630626 w 2727084"/>
              <a:gd name="connsiteY14" fmla="*/ 78582 h 139525"/>
              <a:gd name="connsiteX15" fmla="*/ 2630626 w 2727084"/>
              <a:gd name="connsiteY15" fmla="*/ 79851 h 139525"/>
              <a:gd name="connsiteX16" fmla="*/ 1901289 w 2727084"/>
              <a:gd name="connsiteY16" fmla="*/ 78582 h 139525"/>
              <a:gd name="connsiteX17" fmla="*/ 1790937 w 2727084"/>
              <a:gd name="connsiteY17" fmla="*/ 78582 h 139525"/>
              <a:gd name="connsiteX18" fmla="*/ 1553745 w 2727084"/>
              <a:gd name="connsiteY18" fmla="*/ 131855 h 139525"/>
              <a:gd name="connsiteX19" fmla="*/ 1437051 w 2727084"/>
              <a:gd name="connsiteY19" fmla="*/ 78582 h 139525"/>
              <a:gd name="connsiteX20" fmla="*/ 1407877 w 2727084"/>
              <a:gd name="connsiteY20" fmla="*/ 78582 h 139525"/>
              <a:gd name="connsiteX21" fmla="*/ 1353336 w 2727084"/>
              <a:gd name="connsiteY21" fmla="*/ 129319 h 139525"/>
              <a:gd name="connsiteX22" fmla="*/ 1297526 w 2727084"/>
              <a:gd name="connsiteY22" fmla="*/ 78582 h 139525"/>
              <a:gd name="connsiteX23" fmla="*/ 1268352 w 2727084"/>
              <a:gd name="connsiteY23" fmla="*/ 78582 h 139525"/>
              <a:gd name="connsiteX24" fmla="*/ 1151658 w 2727084"/>
              <a:gd name="connsiteY24" fmla="*/ 131855 h 139525"/>
              <a:gd name="connsiteX25" fmla="*/ 914465 w 2727084"/>
              <a:gd name="connsiteY25" fmla="*/ 78582 h 139525"/>
              <a:gd name="connsiteX26" fmla="*/ 805382 w 2727084"/>
              <a:gd name="connsiteY26" fmla="*/ 78582 h 139525"/>
              <a:gd name="connsiteX27" fmla="*/ 67167 w 2727084"/>
              <a:gd name="connsiteY27" fmla="*/ 78582 h 139525"/>
              <a:gd name="connsiteX28" fmla="*/ 67167 w 2727084"/>
              <a:gd name="connsiteY28" fmla="*/ 78582 h 13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27084" h="139525">
                <a:moveTo>
                  <a:pt x="67167" y="78582"/>
                </a:moveTo>
                <a:lnTo>
                  <a:pt x="12625" y="78582"/>
                </a:lnTo>
                <a:lnTo>
                  <a:pt x="12625" y="65898"/>
                </a:lnTo>
                <a:lnTo>
                  <a:pt x="956323" y="65898"/>
                </a:lnTo>
                <a:cubicBezTo>
                  <a:pt x="1061601" y="55751"/>
                  <a:pt x="1151658" y="12625"/>
                  <a:pt x="1151658" y="12625"/>
                </a:cubicBezTo>
                <a:cubicBezTo>
                  <a:pt x="1198589" y="48140"/>
                  <a:pt x="1241715" y="60824"/>
                  <a:pt x="1268352" y="65898"/>
                </a:cubicBezTo>
                <a:lnTo>
                  <a:pt x="1297526" y="65898"/>
                </a:lnTo>
                <a:cubicBezTo>
                  <a:pt x="1303868" y="24041"/>
                  <a:pt x="1336846" y="15162"/>
                  <a:pt x="1353336" y="15162"/>
                </a:cubicBezTo>
                <a:cubicBezTo>
                  <a:pt x="1369825" y="15162"/>
                  <a:pt x="1402804" y="24041"/>
                  <a:pt x="1409146" y="65898"/>
                </a:cubicBezTo>
                <a:lnTo>
                  <a:pt x="1438319" y="65898"/>
                </a:lnTo>
                <a:cubicBezTo>
                  <a:pt x="1464956" y="60824"/>
                  <a:pt x="1508082" y="46872"/>
                  <a:pt x="1555013" y="12625"/>
                </a:cubicBezTo>
                <a:cubicBezTo>
                  <a:pt x="1555013" y="12625"/>
                  <a:pt x="1645070" y="55751"/>
                  <a:pt x="1750348" y="65898"/>
                </a:cubicBezTo>
                <a:lnTo>
                  <a:pt x="2723220" y="65898"/>
                </a:lnTo>
                <a:lnTo>
                  <a:pt x="2723220" y="78582"/>
                </a:lnTo>
                <a:lnTo>
                  <a:pt x="2630626" y="78582"/>
                </a:lnTo>
                <a:lnTo>
                  <a:pt x="2630626" y="79851"/>
                </a:lnTo>
                <a:lnTo>
                  <a:pt x="1901289" y="78582"/>
                </a:lnTo>
                <a:lnTo>
                  <a:pt x="1790937" y="78582"/>
                </a:lnTo>
                <a:cubicBezTo>
                  <a:pt x="1670438" y="79851"/>
                  <a:pt x="1553745" y="131855"/>
                  <a:pt x="1553745" y="131855"/>
                </a:cubicBezTo>
                <a:cubicBezTo>
                  <a:pt x="1506813" y="96340"/>
                  <a:pt x="1463687" y="83656"/>
                  <a:pt x="1437051" y="78582"/>
                </a:cubicBezTo>
                <a:lnTo>
                  <a:pt x="1407877" y="78582"/>
                </a:lnTo>
                <a:cubicBezTo>
                  <a:pt x="1401535" y="119171"/>
                  <a:pt x="1369825" y="129319"/>
                  <a:pt x="1353336" y="129319"/>
                </a:cubicBezTo>
                <a:cubicBezTo>
                  <a:pt x="1336846" y="129319"/>
                  <a:pt x="1303868" y="121708"/>
                  <a:pt x="1297526" y="78582"/>
                </a:cubicBezTo>
                <a:lnTo>
                  <a:pt x="1268352" y="78582"/>
                </a:lnTo>
                <a:cubicBezTo>
                  <a:pt x="1241715" y="83656"/>
                  <a:pt x="1198589" y="97608"/>
                  <a:pt x="1151658" y="131855"/>
                </a:cubicBezTo>
                <a:cubicBezTo>
                  <a:pt x="1151658" y="131855"/>
                  <a:pt x="1036233" y="79851"/>
                  <a:pt x="914465" y="78582"/>
                </a:cubicBezTo>
                <a:lnTo>
                  <a:pt x="805382" y="78582"/>
                </a:lnTo>
                <a:lnTo>
                  <a:pt x="67167" y="78582"/>
                </a:lnTo>
                <a:lnTo>
                  <a:pt x="67167" y="78582"/>
                </a:lnTo>
                <a:close/>
              </a:path>
            </a:pathLst>
          </a:custGeom>
          <a:solidFill>
            <a:schemeClr val="bg2"/>
          </a:solidFill>
          <a:ln w="12641" cap="flat">
            <a:noFill/>
            <a:prstDash val="solid"/>
            <a:miter/>
          </a:ln>
        </p:spPr>
        <p:txBody>
          <a:bodyPr rtlCol="0" anchor="ctr"/>
          <a:lstStyle/>
          <a:p>
            <a:endParaRPr lang="en-US" noProof="0" dirty="0"/>
          </a:p>
        </p:txBody>
      </p:sp>
      <p:sp>
        <p:nvSpPr>
          <p:cNvPr id="16" name="Table Placeholder 17">
            <a:extLst>
              <a:ext uri="{FF2B5EF4-FFF2-40B4-BE49-F238E27FC236}">
                <a16:creationId xmlns="" xmlns:a16="http://schemas.microsoft.com/office/drawing/2014/main" id="{263A1EA1-1C4F-4F47-9C24-928669CE38DE}"/>
              </a:ext>
            </a:extLst>
          </p:cNvPr>
          <p:cNvSpPr>
            <a:spLocks noGrp="1"/>
          </p:cNvSpPr>
          <p:nvPr>
            <p:ph type="tbl" sz="quarter" idx="17"/>
          </p:nvPr>
        </p:nvSpPr>
        <p:spPr>
          <a:xfrm>
            <a:off x="911225" y="1505433"/>
            <a:ext cx="6561138" cy="3847135"/>
          </a:xfrm>
        </p:spPr>
        <p:txBody>
          <a:bodyPr anchor="ctr" anchorCtr="0">
            <a:normAutofit/>
          </a:bodyPr>
          <a:lstStyle>
            <a:lvl1pPr marL="0" indent="0" algn="ctr">
              <a:buNone/>
              <a:defRPr sz="1600">
                <a:solidFill>
                  <a:schemeClr val="tx1">
                    <a:lumMod val="50000"/>
                    <a:lumOff val="50000"/>
                  </a:schemeClr>
                </a:solidFill>
              </a:defRPr>
            </a:lvl1pPr>
          </a:lstStyle>
          <a:p>
            <a:r>
              <a:rPr lang="en-US" noProof="0"/>
              <a:t>Click icon to add table</a:t>
            </a:r>
            <a:endParaRPr lang="en-US" noProof="0" dirty="0"/>
          </a:p>
        </p:txBody>
      </p:sp>
    </p:spTree>
    <p:extLst>
      <p:ext uri="{BB962C8B-B14F-4D97-AF65-F5344CB8AC3E}">
        <p14:creationId xmlns:p14="http://schemas.microsoft.com/office/powerpoint/2010/main" val="4034108942"/>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Title Slide">
    <p:spTree>
      <p:nvGrpSpPr>
        <p:cNvPr id="1" name=""/>
        <p:cNvGrpSpPr/>
        <p:nvPr/>
      </p:nvGrpSpPr>
      <p:grpSpPr>
        <a:xfrm>
          <a:off x="0" y="0"/>
          <a:ext cx="0" cy="0"/>
          <a:chOff x="0" y="0"/>
          <a:chExt cx="0" cy="0"/>
        </a:xfrm>
      </p:grpSpPr>
      <p:sp>
        <p:nvSpPr>
          <p:cNvPr id="11" name="Picture Placeholder 6">
            <a:extLst>
              <a:ext uri="{FF2B5EF4-FFF2-40B4-BE49-F238E27FC236}">
                <a16:creationId xmlns="" xmlns:a16="http://schemas.microsoft.com/office/drawing/2014/main" id="{5D65245D-DE69-4098-94DD-C36B76E4C3A9}"/>
              </a:ext>
            </a:extLst>
          </p:cNvPr>
          <p:cNvSpPr>
            <a:spLocks noGrp="1"/>
          </p:cNvSpPr>
          <p:nvPr>
            <p:ph type="pic" sz="quarter" idx="18"/>
          </p:nvPr>
        </p:nvSpPr>
        <p:spPr>
          <a:xfrm>
            <a:off x="0" y="793750"/>
            <a:ext cx="12192000" cy="4900613"/>
          </a:xfrm>
        </p:spPr>
        <p:txBody>
          <a:bodyPr anchor="ctr" anchorCtr="0">
            <a:normAutofit/>
          </a:bodyPr>
          <a:lstStyle>
            <a:lvl1pPr marL="0" indent="0" algn="ctr">
              <a:buFont typeface="Arial" panose="020B0604020202020204" pitchFamily="34" charset="0"/>
              <a:buNone/>
              <a:defRPr sz="1400"/>
            </a:lvl1pPr>
          </a:lstStyle>
          <a:p>
            <a:r>
              <a:rPr lang="en-US" noProof="0"/>
              <a:t>Click icon to add picture</a:t>
            </a:r>
            <a:endParaRPr lang="en-US" noProof="0" dirty="0"/>
          </a:p>
        </p:txBody>
      </p:sp>
      <p:sp>
        <p:nvSpPr>
          <p:cNvPr id="2" name="Title 1">
            <a:extLst>
              <a:ext uri="{FF2B5EF4-FFF2-40B4-BE49-F238E27FC236}">
                <a16:creationId xmlns="" xmlns:a16="http://schemas.microsoft.com/office/drawing/2014/main" id="{316FD1D3-F7DC-4F8A-8E05-6DC25FB66CD5}"/>
              </a:ext>
            </a:extLst>
          </p:cNvPr>
          <p:cNvSpPr>
            <a:spLocks noGrp="1"/>
          </p:cNvSpPr>
          <p:nvPr>
            <p:ph type="title" hasCustomPrompt="1"/>
          </p:nvPr>
        </p:nvSpPr>
        <p:spPr>
          <a:xfrm>
            <a:off x="838200" y="4514150"/>
            <a:ext cx="10515600" cy="1325563"/>
          </a:xfrm>
        </p:spPr>
        <p:txBody>
          <a:bodyPr/>
          <a:lstStyle>
            <a:lvl1pPr algn="ctr">
              <a:defRPr>
                <a:solidFill>
                  <a:schemeClr val="bg1"/>
                </a:solidFill>
              </a:defRPr>
            </a:lvl1pPr>
          </a:lstStyle>
          <a:p>
            <a:r>
              <a:rPr lang="en-US" noProof="0"/>
              <a:t>Big Image Slide</a:t>
            </a:r>
          </a:p>
        </p:txBody>
      </p:sp>
      <p:sp>
        <p:nvSpPr>
          <p:cNvPr id="3" name="Date Placeholder 2">
            <a:extLst>
              <a:ext uri="{FF2B5EF4-FFF2-40B4-BE49-F238E27FC236}">
                <a16:creationId xmlns="" xmlns:a16="http://schemas.microsoft.com/office/drawing/2014/main" id="{0A250713-11E6-4FEF-877D-92967D24588A}"/>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 xmlns:a16="http://schemas.microsoft.com/office/drawing/2014/main" id="{445D3C9A-DEE5-4BD4-8961-80E018A4C27D}"/>
              </a:ext>
            </a:extLst>
          </p:cNvPr>
          <p:cNvSpPr>
            <a:spLocks noGrp="1"/>
          </p:cNvSpPr>
          <p:nvPr>
            <p:ph type="ftr" sz="quarter" idx="11"/>
          </p:nvPr>
        </p:nvSpPr>
        <p:spPr/>
        <p:txBody>
          <a:bodyPr/>
          <a:lstStyle/>
          <a:p>
            <a:r>
              <a:rPr lang="en-US" noProof="0" dirty="0"/>
              <a:t>ADD A FOOTER</a:t>
            </a:r>
          </a:p>
        </p:txBody>
      </p:sp>
      <p:sp>
        <p:nvSpPr>
          <p:cNvPr id="9" name="Oval 8">
            <a:extLst>
              <a:ext uri="{FF2B5EF4-FFF2-40B4-BE49-F238E27FC236}">
                <a16:creationId xmlns="" xmlns:a16="http://schemas.microsoft.com/office/drawing/2014/main" id="{7B63585A-DF5C-1B43-BDC1-9CB545382A8E}"/>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a:endParaRPr lang="en-US" noProof="0" dirty="0"/>
          </a:p>
        </p:txBody>
      </p:sp>
      <p:sp>
        <p:nvSpPr>
          <p:cNvPr id="5" name="Slide Number Placeholder 4">
            <a:extLst>
              <a:ext uri="{FF2B5EF4-FFF2-40B4-BE49-F238E27FC236}">
                <a16:creationId xmlns="" xmlns:a16="http://schemas.microsoft.com/office/drawing/2014/main" id="{1623800E-00CA-43ED-953B-1A09DD428433}"/>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12" name="Text Placeholder 26">
            <a:extLst>
              <a:ext uri="{FF2B5EF4-FFF2-40B4-BE49-F238E27FC236}">
                <a16:creationId xmlns="" xmlns:a16="http://schemas.microsoft.com/office/drawing/2014/main" id="{A7C55A90-4969-4308-AD56-633E3831D572}"/>
              </a:ext>
            </a:extLst>
          </p:cNvPr>
          <p:cNvSpPr>
            <a:spLocks noGrp="1"/>
          </p:cNvSpPr>
          <p:nvPr>
            <p:ph type="body" sz="quarter" idx="16" hasCustomPrompt="1"/>
          </p:nvPr>
        </p:nvSpPr>
        <p:spPr>
          <a:xfrm>
            <a:off x="2013284" y="5878369"/>
            <a:ext cx="8165432" cy="365125"/>
          </a:xfrm>
        </p:spPr>
        <p:txBody>
          <a:bodyPr>
            <a:noAutofit/>
          </a:bodyPr>
          <a:lstStyle>
            <a:lvl1pPr marL="0" indent="0" algn="ctr">
              <a:buNone/>
              <a:defRPr sz="1800" b="0" i="0"/>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EDIT MASTER TEXT STYLES</a:t>
            </a:r>
          </a:p>
        </p:txBody>
      </p:sp>
      <p:sp>
        <p:nvSpPr>
          <p:cNvPr id="16" name="Graphic 13">
            <a:extLst>
              <a:ext uri="{FF2B5EF4-FFF2-40B4-BE49-F238E27FC236}">
                <a16:creationId xmlns="" xmlns:a16="http://schemas.microsoft.com/office/drawing/2014/main" id="{15031A21-FED3-4C51-BE76-5A2918F223AD}"/>
              </a:ext>
            </a:extLst>
          </p:cNvPr>
          <p:cNvSpPr/>
          <p:nvPr userDrawn="1"/>
        </p:nvSpPr>
        <p:spPr>
          <a:xfrm>
            <a:off x="4534478" y="5342223"/>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endParaRPr lang="en-US" noProof="0" dirty="0"/>
          </a:p>
        </p:txBody>
      </p:sp>
    </p:spTree>
    <p:extLst>
      <p:ext uri="{BB962C8B-B14F-4D97-AF65-F5344CB8AC3E}">
        <p14:creationId xmlns:p14="http://schemas.microsoft.com/office/powerpoint/2010/main" val="2342628445"/>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7" name="Oval 6">
            <a:extLst>
              <a:ext uri="{FF2B5EF4-FFF2-40B4-BE49-F238E27FC236}">
                <a16:creationId xmlns="" xmlns:a16="http://schemas.microsoft.com/office/drawing/2014/main" id="{477C40CB-E014-6746-B13E-D12CBBAA5F76}"/>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a:endParaRPr lang="en-US" noProof="0" dirty="0"/>
          </a:p>
        </p:txBody>
      </p:sp>
      <p:sp>
        <p:nvSpPr>
          <p:cNvPr id="3" name="Date Placeholder 2">
            <a:extLst>
              <a:ext uri="{FF2B5EF4-FFF2-40B4-BE49-F238E27FC236}">
                <a16:creationId xmlns="" xmlns:a16="http://schemas.microsoft.com/office/drawing/2014/main" id="{0A250713-11E6-4FEF-877D-92967D24588A}"/>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 xmlns:a16="http://schemas.microsoft.com/office/drawing/2014/main" id="{445D3C9A-DEE5-4BD4-8961-80E018A4C27D}"/>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 xmlns:a16="http://schemas.microsoft.com/office/drawing/2014/main" id="{1623800E-00CA-43ED-953B-1A09DD428433}"/>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10" name="Title 1">
            <a:extLst>
              <a:ext uri="{FF2B5EF4-FFF2-40B4-BE49-F238E27FC236}">
                <a16:creationId xmlns="" xmlns:a16="http://schemas.microsoft.com/office/drawing/2014/main" id="{36869C46-B57A-4B80-BC7B-965AF70D6343}"/>
              </a:ext>
            </a:extLst>
          </p:cNvPr>
          <p:cNvSpPr>
            <a:spLocks noGrp="1"/>
          </p:cNvSpPr>
          <p:nvPr>
            <p:ph type="title" hasCustomPrompt="1"/>
          </p:nvPr>
        </p:nvSpPr>
        <p:spPr>
          <a:xfrm>
            <a:off x="2013284" y="5868367"/>
            <a:ext cx="8165432" cy="363600"/>
          </a:xfrm>
        </p:spPr>
        <p:txBody>
          <a:bodyPr>
            <a:normAutofit/>
          </a:bodyPr>
          <a:lstStyle>
            <a:lvl1pPr algn="ctr">
              <a:defRPr lang="ru-RU" sz="1800" b="0" i="0" kern="1200" dirty="0">
                <a:solidFill>
                  <a:schemeClr val="tx2"/>
                </a:solidFill>
                <a:latin typeface="+mn-lt"/>
                <a:ea typeface="+mn-ea"/>
                <a:cs typeface="+mn-cs"/>
              </a:defRPr>
            </a:lvl1pPr>
          </a:lstStyle>
          <a:p>
            <a:r>
              <a:rPr lang="en-US" noProof="0"/>
              <a:t>CLICK TO EDIT MASTER TITLE STYLE</a:t>
            </a:r>
          </a:p>
        </p:txBody>
      </p:sp>
      <p:sp>
        <p:nvSpPr>
          <p:cNvPr id="8" name="Media Placeholder 7">
            <a:extLst>
              <a:ext uri="{FF2B5EF4-FFF2-40B4-BE49-F238E27FC236}">
                <a16:creationId xmlns="" xmlns:a16="http://schemas.microsoft.com/office/drawing/2014/main" id="{42411445-9429-45B8-9A2F-EB86451B6B14}"/>
              </a:ext>
            </a:extLst>
          </p:cNvPr>
          <p:cNvSpPr>
            <a:spLocks noGrp="1"/>
          </p:cNvSpPr>
          <p:nvPr>
            <p:ph type="media" sz="quarter" idx="17"/>
          </p:nvPr>
        </p:nvSpPr>
        <p:spPr>
          <a:xfrm>
            <a:off x="829056" y="827052"/>
            <a:ext cx="10533888" cy="4818888"/>
          </a:xfrm>
        </p:spPr>
        <p:txBody>
          <a:bodyPr anchor="ctr" anchorCtr="0">
            <a:normAutofit/>
          </a:bodyPr>
          <a:lstStyle>
            <a:lvl1pPr marL="0" indent="0" algn="ctr">
              <a:buNone/>
              <a:defRPr sz="1400"/>
            </a:lvl1pPr>
          </a:lstStyle>
          <a:p>
            <a:r>
              <a:rPr lang="en-US" noProof="0"/>
              <a:t>Click icon to add media</a:t>
            </a:r>
            <a:endParaRPr lang="en-US" noProof="0" dirty="0"/>
          </a:p>
        </p:txBody>
      </p:sp>
    </p:spTree>
    <p:extLst>
      <p:ext uri="{BB962C8B-B14F-4D97-AF65-F5344CB8AC3E}">
        <p14:creationId xmlns:p14="http://schemas.microsoft.com/office/powerpoint/2010/main" val="3211357664"/>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Works Cited Slide">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C235B53D-F188-47B0-BBAA-2C4724DE60BB}"/>
              </a:ext>
            </a:extLst>
          </p:cNvPr>
          <p:cNvSpPr/>
          <p:nvPr userDrawn="1"/>
        </p:nvSpPr>
        <p:spPr>
          <a:xfrm>
            <a:off x="11521440" y="6635910"/>
            <a:ext cx="374904" cy="222090"/>
          </a:xfrm>
          <a:prstGeom prst="rect">
            <a:avLst/>
          </a:prstGeom>
          <a:noFill/>
          <a:ln w="12700" cap="flat">
            <a:noFill/>
            <a:prstDash val="solid"/>
            <a:miter/>
          </a:ln>
        </p:spPr>
        <p:txBody>
          <a:bodyPr rtlCol="0" anchor="ctr"/>
          <a:lstStyle/>
          <a:p>
            <a:pPr algn="l"/>
            <a:endParaRPr lang="en-US" noProof="0" dirty="0"/>
          </a:p>
        </p:txBody>
      </p:sp>
      <p:sp>
        <p:nvSpPr>
          <p:cNvPr id="8" name="Oval 7">
            <a:extLst>
              <a:ext uri="{FF2B5EF4-FFF2-40B4-BE49-F238E27FC236}">
                <a16:creationId xmlns="" xmlns:a16="http://schemas.microsoft.com/office/drawing/2014/main" id="{AB26BB24-F7CA-D343-93C8-2EAC64AB35DF}"/>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a:endParaRPr lang="en-US" noProof="0" dirty="0"/>
          </a:p>
        </p:txBody>
      </p:sp>
      <p:sp>
        <p:nvSpPr>
          <p:cNvPr id="5" name="Slide Number Placeholder 4">
            <a:extLst>
              <a:ext uri="{FF2B5EF4-FFF2-40B4-BE49-F238E27FC236}">
                <a16:creationId xmlns="" xmlns:a16="http://schemas.microsoft.com/office/drawing/2014/main" id="{EAC4B419-8728-4000-B6EF-1ECF88F80B8B}"/>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2" name="Title 1">
            <a:extLst>
              <a:ext uri="{FF2B5EF4-FFF2-40B4-BE49-F238E27FC236}">
                <a16:creationId xmlns="" xmlns:a16="http://schemas.microsoft.com/office/drawing/2014/main" id="{A62FC5F7-2AC0-4A53-8E2A-D6A7F4B4D77C}"/>
              </a:ext>
            </a:extLst>
          </p:cNvPr>
          <p:cNvSpPr>
            <a:spLocks noGrp="1"/>
          </p:cNvSpPr>
          <p:nvPr>
            <p:ph type="title" hasCustomPrompt="1"/>
          </p:nvPr>
        </p:nvSpPr>
        <p:spPr>
          <a:xfrm>
            <a:off x="838200" y="652986"/>
            <a:ext cx="10515600" cy="904875"/>
          </a:xfrm>
        </p:spPr>
        <p:txBody>
          <a:bodyPr/>
          <a:lstStyle>
            <a:lvl1pPr algn="ctr">
              <a:defRPr b="0"/>
            </a:lvl1pPr>
          </a:lstStyle>
          <a:p>
            <a:r>
              <a:rPr lang="en-US" noProof="0"/>
              <a:t>Works Cited</a:t>
            </a:r>
          </a:p>
        </p:txBody>
      </p:sp>
      <p:sp>
        <p:nvSpPr>
          <p:cNvPr id="3" name="Date Placeholder 2">
            <a:extLst>
              <a:ext uri="{FF2B5EF4-FFF2-40B4-BE49-F238E27FC236}">
                <a16:creationId xmlns="" xmlns:a16="http://schemas.microsoft.com/office/drawing/2014/main" id="{B516B06F-92DB-40BB-B026-E443732F67C8}"/>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 xmlns:a16="http://schemas.microsoft.com/office/drawing/2014/main" id="{11FF27C1-06BD-4F55-BB58-DC1D0892188F}"/>
              </a:ext>
            </a:extLst>
          </p:cNvPr>
          <p:cNvSpPr>
            <a:spLocks noGrp="1"/>
          </p:cNvSpPr>
          <p:nvPr>
            <p:ph type="ftr" sz="quarter" idx="11"/>
          </p:nvPr>
        </p:nvSpPr>
        <p:spPr/>
        <p:txBody>
          <a:bodyPr/>
          <a:lstStyle>
            <a:lvl1pPr>
              <a:defRPr>
                <a:solidFill>
                  <a:schemeClr val="tx2"/>
                </a:solidFill>
              </a:defRPr>
            </a:lvl1pPr>
          </a:lstStyle>
          <a:p>
            <a:r>
              <a:rPr lang="en-US" noProof="0" dirty="0"/>
              <a:t>ADD A FOOTER</a:t>
            </a:r>
          </a:p>
        </p:txBody>
      </p:sp>
      <p:sp>
        <p:nvSpPr>
          <p:cNvPr id="18" name="Text Placeholder 17">
            <a:extLst>
              <a:ext uri="{FF2B5EF4-FFF2-40B4-BE49-F238E27FC236}">
                <a16:creationId xmlns="" xmlns:a16="http://schemas.microsoft.com/office/drawing/2014/main" id="{4F134C5C-60EE-4E07-8A4F-120C1B5AA0AF}"/>
              </a:ext>
            </a:extLst>
          </p:cNvPr>
          <p:cNvSpPr>
            <a:spLocks noGrp="1"/>
          </p:cNvSpPr>
          <p:nvPr>
            <p:ph type="body" sz="quarter" idx="13" hasCustomPrompt="1"/>
          </p:nvPr>
        </p:nvSpPr>
        <p:spPr>
          <a:xfrm>
            <a:off x="838200" y="1874838"/>
            <a:ext cx="10515600" cy="3742191"/>
          </a:xfrm>
        </p:spPr>
        <p:txBody>
          <a:bodyPr>
            <a:normAutofit/>
          </a:bodyPr>
          <a:lstStyle>
            <a:lvl1pPr marL="285750" indent="-285750" algn="l">
              <a:buClr>
                <a:schemeClr val="bg2"/>
              </a:buClr>
              <a:buFont typeface="Arial" panose="020B0604020202020204" pitchFamily="34" charset="0"/>
              <a:buChar char="•"/>
              <a:defRPr lang="en-US" sz="1600" kern="1200" dirty="0">
                <a:solidFill>
                  <a:schemeClr val="tx1">
                    <a:lumMod val="75000"/>
                    <a:lumOff val="25000"/>
                  </a:schemeClr>
                </a:solidFill>
                <a:latin typeface="+mn-lt"/>
                <a:ea typeface="+mn-ea"/>
                <a:cs typeface="+mn-cs"/>
              </a:defRPr>
            </a:lvl1pPr>
            <a:lvl2pPr>
              <a:defRPr sz="1800"/>
            </a:lvl2pPr>
            <a:lvl3pPr>
              <a:defRPr sz="1800"/>
            </a:lvl3pPr>
            <a:lvl4pPr>
              <a:defRPr sz="1800"/>
            </a:lvl4pPr>
            <a:lvl5pPr>
              <a:defRPr sz="1800"/>
            </a:lvl5pPr>
          </a:lstStyle>
          <a:p>
            <a:pPr marL="180000" lvl="0" indent="-180000" algn="l" defTabSz="914400" rtl="0" eaLnBrk="1" latinLnBrk="0" hangingPunct="1">
              <a:lnSpc>
                <a:spcPct val="90000"/>
              </a:lnSpc>
              <a:spcBef>
                <a:spcPts val="600"/>
              </a:spcBef>
              <a:buClr>
                <a:schemeClr val="bg2"/>
              </a:buClr>
              <a:buFont typeface="Arial" panose="020B0604020202020204" pitchFamily="34" charset="0"/>
              <a:buChar char="•"/>
            </a:pPr>
            <a:r>
              <a:rPr lang="en-US" noProof="0"/>
              <a:t>Edit master text styles</a:t>
            </a:r>
          </a:p>
        </p:txBody>
      </p:sp>
      <p:pic>
        <p:nvPicPr>
          <p:cNvPr id="9" name="Graphic 8">
            <a:extLst>
              <a:ext uri="{FF2B5EF4-FFF2-40B4-BE49-F238E27FC236}">
                <a16:creationId xmlns="" xmlns:a16="http://schemas.microsoft.com/office/drawing/2014/main" id="{D3F5050C-5FCE-4873-9B10-9668F66C2788}"/>
              </a:ext>
            </a:extLst>
          </p:cNvPr>
          <p:cNvPicPr>
            <a:picLocks/>
          </p:cNvPicPr>
          <p:nvPr userDrawn="1"/>
        </p:nvPicPr>
        <p:blipFill>
          <a:blip r:embed="rId2">
            <a:extLst>
              <a:ext uri="{96DAC541-7B7A-43D3-8B79-37D633B846F1}">
                <asvg:svgBlip xmlns="" xmlns:asvg="http://schemas.microsoft.com/office/drawing/2016/SVG/main" r:embed="rId3"/>
              </a:ext>
            </a:extLst>
          </a:blip>
          <a:stretch>
            <a:fillRect/>
          </a:stretch>
        </p:blipFill>
        <p:spPr>
          <a:xfrm>
            <a:off x="4728000" y="1583062"/>
            <a:ext cx="2736000" cy="133200"/>
          </a:xfrm>
          <a:prstGeom prst="rect">
            <a:avLst/>
          </a:prstGeom>
        </p:spPr>
      </p:pic>
    </p:spTree>
    <p:extLst>
      <p:ext uri="{BB962C8B-B14F-4D97-AF65-F5344CB8AC3E}">
        <p14:creationId xmlns:p14="http://schemas.microsoft.com/office/powerpoint/2010/main" val="2108027664"/>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Layout">
    <p:spTree>
      <p:nvGrpSpPr>
        <p:cNvPr id="1" name=""/>
        <p:cNvGrpSpPr/>
        <p:nvPr/>
      </p:nvGrpSpPr>
      <p:grpSpPr>
        <a:xfrm>
          <a:off x="0" y="0"/>
          <a:ext cx="0" cy="0"/>
          <a:chOff x="0" y="0"/>
          <a:chExt cx="0" cy="0"/>
        </a:xfrm>
      </p:grpSpPr>
      <p:sp>
        <p:nvSpPr>
          <p:cNvPr id="33" name="Oval 32">
            <a:extLst>
              <a:ext uri="{FF2B5EF4-FFF2-40B4-BE49-F238E27FC236}">
                <a16:creationId xmlns="" xmlns:a16="http://schemas.microsoft.com/office/drawing/2014/main" id="{93CAE97F-7AA1-7243-A2C2-945FB7C81FFE}"/>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a:endParaRPr lang="en-US" noProof="0" dirty="0"/>
          </a:p>
        </p:txBody>
      </p:sp>
      <p:sp>
        <p:nvSpPr>
          <p:cNvPr id="5" name="Slide Number Placeholder 4">
            <a:extLst>
              <a:ext uri="{FF2B5EF4-FFF2-40B4-BE49-F238E27FC236}">
                <a16:creationId xmlns="" xmlns:a16="http://schemas.microsoft.com/office/drawing/2014/main" id="{EAC4B419-8728-4000-B6EF-1ECF88F80B8B}"/>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2" name="Title 1">
            <a:extLst>
              <a:ext uri="{FF2B5EF4-FFF2-40B4-BE49-F238E27FC236}">
                <a16:creationId xmlns="" xmlns:a16="http://schemas.microsoft.com/office/drawing/2014/main" id="{A62FC5F7-2AC0-4A53-8E2A-D6A7F4B4D77C}"/>
              </a:ext>
            </a:extLst>
          </p:cNvPr>
          <p:cNvSpPr>
            <a:spLocks noGrp="1"/>
          </p:cNvSpPr>
          <p:nvPr>
            <p:ph type="title" hasCustomPrompt="1"/>
          </p:nvPr>
        </p:nvSpPr>
        <p:spPr>
          <a:xfrm>
            <a:off x="838200" y="652986"/>
            <a:ext cx="10515600" cy="904875"/>
          </a:xfrm>
        </p:spPr>
        <p:txBody>
          <a:bodyPr/>
          <a:lstStyle>
            <a:lvl1pPr algn="ctr">
              <a:defRPr b="0"/>
            </a:lvl1pPr>
          </a:lstStyle>
          <a:p>
            <a:r>
              <a:rPr lang="en-US" noProof="0"/>
              <a:t>Timeline</a:t>
            </a:r>
          </a:p>
        </p:txBody>
      </p:sp>
      <p:sp>
        <p:nvSpPr>
          <p:cNvPr id="3" name="Date Placeholder 2">
            <a:extLst>
              <a:ext uri="{FF2B5EF4-FFF2-40B4-BE49-F238E27FC236}">
                <a16:creationId xmlns="" xmlns:a16="http://schemas.microsoft.com/office/drawing/2014/main" id="{B516B06F-92DB-40BB-B026-E443732F67C8}"/>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 xmlns:a16="http://schemas.microsoft.com/office/drawing/2014/main" id="{11FF27C1-06BD-4F55-BB58-DC1D0892188F}"/>
              </a:ext>
            </a:extLst>
          </p:cNvPr>
          <p:cNvSpPr>
            <a:spLocks noGrp="1"/>
          </p:cNvSpPr>
          <p:nvPr>
            <p:ph type="ftr" sz="quarter" idx="11"/>
          </p:nvPr>
        </p:nvSpPr>
        <p:spPr/>
        <p:txBody>
          <a:bodyPr/>
          <a:lstStyle/>
          <a:p>
            <a:r>
              <a:rPr lang="en-US" noProof="0" dirty="0"/>
              <a:t>ADD A FOOTER</a:t>
            </a:r>
          </a:p>
        </p:txBody>
      </p:sp>
      <p:sp>
        <p:nvSpPr>
          <p:cNvPr id="18" name="Text Placeholder 17">
            <a:extLst>
              <a:ext uri="{FF2B5EF4-FFF2-40B4-BE49-F238E27FC236}">
                <a16:creationId xmlns="" xmlns:a16="http://schemas.microsoft.com/office/drawing/2014/main" id="{4F134C5C-60EE-4E07-8A4F-120C1B5AA0AF}"/>
              </a:ext>
            </a:extLst>
          </p:cNvPr>
          <p:cNvSpPr>
            <a:spLocks noGrp="1"/>
          </p:cNvSpPr>
          <p:nvPr>
            <p:ph type="body" sz="quarter" idx="13" hasCustomPrompt="1"/>
          </p:nvPr>
        </p:nvSpPr>
        <p:spPr>
          <a:xfrm>
            <a:off x="838200" y="1874838"/>
            <a:ext cx="10515600" cy="904875"/>
          </a:xfrm>
        </p:spPr>
        <p:txBody>
          <a:bodyPr>
            <a:normAutofit/>
          </a:bodyPr>
          <a:lstStyle>
            <a:lvl1pPr marL="0" indent="0" algn="ctr">
              <a:buNone/>
              <a:defRPr sz="1800"/>
            </a:lvl1pPr>
            <a:lvl2pPr>
              <a:defRPr sz="1800"/>
            </a:lvl2pPr>
            <a:lvl3pPr>
              <a:defRPr sz="1800"/>
            </a:lvl3pPr>
            <a:lvl4pPr>
              <a:defRPr sz="1800"/>
            </a:lvl4pPr>
            <a:lvl5pPr>
              <a:defRPr sz="1800"/>
            </a:lvl5pPr>
          </a:lstStyle>
          <a:p>
            <a:pPr lvl="0"/>
            <a:r>
              <a:rPr lang="en-US" noProof="0"/>
              <a:t>EDIT MASTER TEXT STYLES</a:t>
            </a:r>
          </a:p>
        </p:txBody>
      </p:sp>
      <p:pic>
        <p:nvPicPr>
          <p:cNvPr id="8" name="Graphic 7">
            <a:extLst>
              <a:ext uri="{FF2B5EF4-FFF2-40B4-BE49-F238E27FC236}">
                <a16:creationId xmlns="" xmlns:a16="http://schemas.microsoft.com/office/drawing/2014/main" id="{4E7124FD-A9E6-49DA-B2D3-4C868E3C90AD}"/>
              </a:ext>
            </a:extLst>
          </p:cNvPr>
          <p:cNvPicPr>
            <a:picLocks/>
          </p:cNvPicPr>
          <p:nvPr userDrawn="1"/>
        </p:nvPicPr>
        <p:blipFill>
          <a:blip r:embed="rId2">
            <a:extLst>
              <a:ext uri="{96DAC541-7B7A-43D3-8B79-37D633B846F1}">
                <asvg:svgBlip xmlns="" xmlns:asvg="http://schemas.microsoft.com/office/drawing/2016/SVG/main" r:embed="rId3"/>
              </a:ext>
            </a:extLst>
          </a:blip>
          <a:stretch>
            <a:fillRect/>
          </a:stretch>
        </p:blipFill>
        <p:spPr>
          <a:xfrm>
            <a:off x="4728000" y="1583062"/>
            <a:ext cx="2736000" cy="133200"/>
          </a:xfrm>
          <a:prstGeom prst="rect">
            <a:avLst/>
          </a:prstGeom>
        </p:spPr>
      </p:pic>
      <p:cxnSp>
        <p:nvCxnSpPr>
          <p:cNvPr id="9" name="Straight Connector 8">
            <a:extLst>
              <a:ext uri="{FF2B5EF4-FFF2-40B4-BE49-F238E27FC236}">
                <a16:creationId xmlns="" xmlns:a16="http://schemas.microsoft.com/office/drawing/2014/main" id="{0128AD04-D032-4ED8-B747-79E215221BC3}"/>
              </a:ext>
            </a:extLst>
          </p:cNvPr>
          <p:cNvCxnSpPr/>
          <p:nvPr userDrawn="1"/>
        </p:nvCxnSpPr>
        <p:spPr>
          <a:xfrm>
            <a:off x="1003193" y="3429000"/>
            <a:ext cx="10735056"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 xmlns:a16="http://schemas.microsoft.com/office/drawing/2014/main" id="{7CADBD86-8962-4775-A03E-4D2D3F35D72C}"/>
              </a:ext>
            </a:extLst>
          </p:cNvPr>
          <p:cNvSpPr/>
          <p:nvPr userDrawn="1"/>
        </p:nvSpPr>
        <p:spPr>
          <a:xfrm>
            <a:off x="1003193" y="3346704"/>
            <a:ext cx="164592" cy="164592"/>
          </a:xfrm>
          <a:prstGeom prst="ellipse">
            <a:avLst/>
          </a:prstGeom>
          <a:solidFill>
            <a:schemeClr val="bg2"/>
          </a:solidFill>
          <a:ln w="12700" cap="flat">
            <a:noFill/>
            <a:prstDash val="solid"/>
            <a:miter/>
          </a:ln>
        </p:spPr>
        <p:txBody>
          <a:bodyPr rtlCol="0" anchor="ctr"/>
          <a:lstStyle/>
          <a:p>
            <a:pPr algn="l"/>
            <a:endParaRPr lang="en-US" noProof="0" dirty="0"/>
          </a:p>
        </p:txBody>
      </p:sp>
      <p:sp>
        <p:nvSpPr>
          <p:cNvPr id="13" name="Oval 12">
            <a:extLst>
              <a:ext uri="{FF2B5EF4-FFF2-40B4-BE49-F238E27FC236}">
                <a16:creationId xmlns="" xmlns:a16="http://schemas.microsoft.com/office/drawing/2014/main" id="{325884FD-7D59-4699-84D1-14B6900E99F4}"/>
              </a:ext>
            </a:extLst>
          </p:cNvPr>
          <p:cNvSpPr/>
          <p:nvPr userDrawn="1"/>
        </p:nvSpPr>
        <p:spPr>
          <a:xfrm>
            <a:off x="6048611" y="3346704"/>
            <a:ext cx="164592" cy="164592"/>
          </a:xfrm>
          <a:prstGeom prst="ellipse">
            <a:avLst/>
          </a:prstGeom>
          <a:solidFill>
            <a:schemeClr val="bg2"/>
          </a:solidFill>
          <a:ln w="12700" cap="flat">
            <a:noFill/>
            <a:prstDash val="solid"/>
            <a:miter/>
          </a:ln>
        </p:spPr>
        <p:txBody>
          <a:bodyPr rtlCol="0" anchor="ctr"/>
          <a:lstStyle/>
          <a:p>
            <a:pPr algn="l"/>
            <a:endParaRPr lang="en-US" noProof="0" dirty="0"/>
          </a:p>
        </p:txBody>
      </p:sp>
      <p:sp>
        <p:nvSpPr>
          <p:cNvPr id="16" name="Oval 15">
            <a:extLst>
              <a:ext uri="{FF2B5EF4-FFF2-40B4-BE49-F238E27FC236}">
                <a16:creationId xmlns="" xmlns:a16="http://schemas.microsoft.com/office/drawing/2014/main" id="{F6A6A55C-2C42-4004-8120-A8A22C86DD6F}"/>
              </a:ext>
            </a:extLst>
          </p:cNvPr>
          <p:cNvSpPr/>
          <p:nvPr userDrawn="1"/>
        </p:nvSpPr>
        <p:spPr>
          <a:xfrm>
            <a:off x="9412224" y="3346704"/>
            <a:ext cx="164592" cy="164592"/>
          </a:xfrm>
          <a:prstGeom prst="ellipse">
            <a:avLst/>
          </a:prstGeom>
          <a:solidFill>
            <a:schemeClr val="bg2"/>
          </a:solidFill>
          <a:ln w="12700" cap="flat">
            <a:noFill/>
            <a:prstDash val="solid"/>
            <a:miter/>
          </a:ln>
        </p:spPr>
        <p:txBody>
          <a:bodyPr rtlCol="0" anchor="ctr"/>
          <a:lstStyle/>
          <a:p>
            <a:pPr algn="l"/>
            <a:endParaRPr lang="en-US" noProof="0" dirty="0"/>
          </a:p>
        </p:txBody>
      </p:sp>
      <p:sp>
        <p:nvSpPr>
          <p:cNvPr id="17" name="Oval 16">
            <a:extLst>
              <a:ext uri="{FF2B5EF4-FFF2-40B4-BE49-F238E27FC236}">
                <a16:creationId xmlns="" xmlns:a16="http://schemas.microsoft.com/office/drawing/2014/main" id="{213A8FD8-4E6D-4DB1-8DA5-82151D87BDFF}"/>
              </a:ext>
            </a:extLst>
          </p:cNvPr>
          <p:cNvSpPr/>
          <p:nvPr userDrawn="1"/>
        </p:nvSpPr>
        <p:spPr>
          <a:xfrm>
            <a:off x="2684999" y="3346704"/>
            <a:ext cx="164592" cy="164592"/>
          </a:xfrm>
          <a:prstGeom prst="ellipse">
            <a:avLst/>
          </a:prstGeom>
          <a:solidFill>
            <a:schemeClr val="bg2"/>
          </a:solidFill>
          <a:ln w="12700" cap="flat">
            <a:noFill/>
            <a:prstDash val="solid"/>
            <a:miter/>
          </a:ln>
        </p:spPr>
        <p:txBody>
          <a:bodyPr rtlCol="0" anchor="ctr"/>
          <a:lstStyle/>
          <a:p>
            <a:pPr algn="l"/>
            <a:endParaRPr lang="en-US" noProof="0" dirty="0"/>
          </a:p>
        </p:txBody>
      </p:sp>
      <p:sp>
        <p:nvSpPr>
          <p:cNvPr id="19" name="Oval 18">
            <a:extLst>
              <a:ext uri="{FF2B5EF4-FFF2-40B4-BE49-F238E27FC236}">
                <a16:creationId xmlns="" xmlns:a16="http://schemas.microsoft.com/office/drawing/2014/main" id="{71E5BFBE-FB31-40FB-971E-8340FDBDE99A}"/>
              </a:ext>
            </a:extLst>
          </p:cNvPr>
          <p:cNvSpPr/>
          <p:nvPr userDrawn="1"/>
        </p:nvSpPr>
        <p:spPr>
          <a:xfrm>
            <a:off x="4366805" y="3346704"/>
            <a:ext cx="164592" cy="164592"/>
          </a:xfrm>
          <a:prstGeom prst="ellipse">
            <a:avLst/>
          </a:prstGeom>
          <a:solidFill>
            <a:schemeClr val="bg2"/>
          </a:solidFill>
          <a:ln w="12700" cap="flat">
            <a:noFill/>
            <a:prstDash val="solid"/>
            <a:miter/>
          </a:ln>
        </p:spPr>
        <p:txBody>
          <a:bodyPr rtlCol="0" anchor="ctr"/>
          <a:lstStyle/>
          <a:p>
            <a:pPr algn="l"/>
            <a:endParaRPr lang="en-US" noProof="0" dirty="0"/>
          </a:p>
        </p:txBody>
      </p:sp>
      <p:sp>
        <p:nvSpPr>
          <p:cNvPr id="20" name="Oval 19">
            <a:extLst>
              <a:ext uri="{FF2B5EF4-FFF2-40B4-BE49-F238E27FC236}">
                <a16:creationId xmlns="" xmlns:a16="http://schemas.microsoft.com/office/drawing/2014/main" id="{99956DA3-E64C-494F-8908-AC1D9418DC10}"/>
              </a:ext>
            </a:extLst>
          </p:cNvPr>
          <p:cNvSpPr/>
          <p:nvPr userDrawn="1"/>
        </p:nvSpPr>
        <p:spPr>
          <a:xfrm>
            <a:off x="7730417" y="3346704"/>
            <a:ext cx="164592" cy="164592"/>
          </a:xfrm>
          <a:prstGeom prst="ellipse">
            <a:avLst/>
          </a:prstGeom>
          <a:solidFill>
            <a:schemeClr val="bg2"/>
          </a:solidFill>
          <a:ln w="12700" cap="flat">
            <a:noFill/>
            <a:prstDash val="solid"/>
            <a:miter/>
          </a:ln>
        </p:spPr>
        <p:txBody>
          <a:bodyPr rtlCol="0" anchor="ctr"/>
          <a:lstStyle/>
          <a:p>
            <a:pPr algn="l"/>
            <a:endParaRPr lang="en-US" noProof="0" dirty="0"/>
          </a:p>
        </p:txBody>
      </p:sp>
      <p:sp>
        <p:nvSpPr>
          <p:cNvPr id="14" name="Text Placeholder 13">
            <a:extLst>
              <a:ext uri="{FF2B5EF4-FFF2-40B4-BE49-F238E27FC236}">
                <a16:creationId xmlns="" xmlns:a16="http://schemas.microsoft.com/office/drawing/2014/main" id="{F925B8D3-7699-4838-BB92-099F0752EF4D}"/>
              </a:ext>
            </a:extLst>
          </p:cNvPr>
          <p:cNvSpPr>
            <a:spLocks noGrp="1"/>
          </p:cNvSpPr>
          <p:nvPr>
            <p:ph type="body" sz="quarter" idx="14" hasCustomPrompt="1"/>
          </p:nvPr>
        </p:nvSpPr>
        <p:spPr>
          <a:xfrm>
            <a:off x="1006251" y="2809757"/>
            <a:ext cx="1171388" cy="484441"/>
          </a:xfrm>
        </p:spPr>
        <p:txBody>
          <a:bodyPr>
            <a:noAutofit/>
          </a:bodyPr>
          <a:lstStyle>
            <a:lvl1pPr marL="0" indent="0">
              <a:buNone/>
              <a:defRPr sz="3500">
                <a:latin typeface="+mj-lt"/>
              </a:defRPr>
            </a:lvl1pPr>
          </a:lstStyle>
          <a:p>
            <a:pPr lvl="0"/>
            <a:r>
              <a:rPr lang="en-US" noProof="0"/>
              <a:t>Year</a:t>
            </a:r>
          </a:p>
        </p:txBody>
      </p:sp>
      <p:sp>
        <p:nvSpPr>
          <p:cNvPr id="21" name="Text Placeholder 13">
            <a:extLst>
              <a:ext uri="{FF2B5EF4-FFF2-40B4-BE49-F238E27FC236}">
                <a16:creationId xmlns="" xmlns:a16="http://schemas.microsoft.com/office/drawing/2014/main" id="{F0ED1E4A-D0B2-44B6-AE21-6DC45B20C67E}"/>
              </a:ext>
            </a:extLst>
          </p:cNvPr>
          <p:cNvSpPr>
            <a:spLocks noGrp="1"/>
          </p:cNvSpPr>
          <p:nvPr>
            <p:ph type="body" sz="quarter" idx="15" hasCustomPrompt="1"/>
          </p:nvPr>
        </p:nvSpPr>
        <p:spPr>
          <a:xfrm>
            <a:off x="956944" y="3579013"/>
            <a:ext cx="1646588" cy="1907381"/>
          </a:xfrm>
        </p:spPr>
        <p:txBody>
          <a:bodyPr>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a:r>
              <a:rPr lang="en-US" noProof="0"/>
              <a:t>Edit Master text styles</a:t>
            </a:r>
          </a:p>
        </p:txBody>
      </p:sp>
      <p:sp>
        <p:nvSpPr>
          <p:cNvPr id="23" name="Text Placeholder 13">
            <a:extLst>
              <a:ext uri="{FF2B5EF4-FFF2-40B4-BE49-F238E27FC236}">
                <a16:creationId xmlns="" xmlns:a16="http://schemas.microsoft.com/office/drawing/2014/main" id="{4648B297-D9C8-4F98-BBDB-5A2891F9499E}"/>
              </a:ext>
            </a:extLst>
          </p:cNvPr>
          <p:cNvSpPr>
            <a:spLocks noGrp="1"/>
          </p:cNvSpPr>
          <p:nvPr>
            <p:ph type="body" sz="quarter" idx="16" hasCustomPrompt="1"/>
          </p:nvPr>
        </p:nvSpPr>
        <p:spPr>
          <a:xfrm>
            <a:off x="2688286" y="2809757"/>
            <a:ext cx="1171388" cy="484441"/>
          </a:xfrm>
        </p:spPr>
        <p:txBody>
          <a:bodyPr>
            <a:noAutofit/>
          </a:bodyPr>
          <a:lstStyle>
            <a:lvl1pPr marL="0" indent="0">
              <a:buNone/>
              <a:defRPr sz="3500">
                <a:latin typeface="+mj-lt"/>
              </a:defRPr>
            </a:lvl1pPr>
          </a:lstStyle>
          <a:p>
            <a:pPr lvl="0"/>
            <a:r>
              <a:rPr lang="en-US" noProof="0"/>
              <a:t>Year</a:t>
            </a:r>
          </a:p>
        </p:txBody>
      </p:sp>
      <p:sp>
        <p:nvSpPr>
          <p:cNvPr id="24" name="Text Placeholder 13">
            <a:extLst>
              <a:ext uri="{FF2B5EF4-FFF2-40B4-BE49-F238E27FC236}">
                <a16:creationId xmlns="" xmlns:a16="http://schemas.microsoft.com/office/drawing/2014/main" id="{C5B52EBA-EDDF-4C7B-A681-393B771D3437}"/>
              </a:ext>
            </a:extLst>
          </p:cNvPr>
          <p:cNvSpPr>
            <a:spLocks noGrp="1"/>
          </p:cNvSpPr>
          <p:nvPr>
            <p:ph type="body" sz="quarter" idx="17" hasCustomPrompt="1"/>
          </p:nvPr>
        </p:nvSpPr>
        <p:spPr>
          <a:xfrm>
            <a:off x="2638979" y="3579013"/>
            <a:ext cx="1646588" cy="1907381"/>
          </a:xfrm>
        </p:spPr>
        <p:txBody>
          <a:bodyPr>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a:r>
              <a:rPr lang="en-US" noProof="0"/>
              <a:t>Edit Master text styles</a:t>
            </a:r>
          </a:p>
        </p:txBody>
      </p:sp>
      <p:sp>
        <p:nvSpPr>
          <p:cNvPr id="25" name="Text Placeholder 13">
            <a:extLst>
              <a:ext uri="{FF2B5EF4-FFF2-40B4-BE49-F238E27FC236}">
                <a16:creationId xmlns="" xmlns:a16="http://schemas.microsoft.com/office/drawing/2014/main" id="{97BC10B9-E990-4199-8B1A-8B69D6F40D81}"/>
              </a:ext>
            </a:extLst>
          </p:cNvPr>
          <p:cNvSpPr>
            <a:spLocks noGrp="1"/>
          </p:cNvSpPr>
          <p:nvPr>
            <p:ph type="body" sz="quarter" idx="18" hasCustomPrompt="1"/>
          </p:nvPr>
        </p:nvSpPr>
        <p:spPr>
          <a:xfrm>
            <a:off x="4370321" y="2809757"/>
            <a:ext cx="1171388" cy="484441"/>
          </a:xfrm>
        </p:spPr>
        <p:txBody>
          <a:bodyPr>
            <a:noAutofit/>
          </a:bodyPr>
          <a:lstStyle>
            <a:lvl1pPr marL="0" indent="0">
              <a:buNone/>
              <a:defRPr sz="3500">
                <a:latin typeface="+mj-lt"/>
              </a:defRPr>
            </a:lvl1pPr>
          </a:lstStyle>
          <a:p>
            <a:pPr lvl="0"/>
            <a:r>
              <a:rPr lang="en-US" noProof="0"/>
              <a:t>Year</a:t>
            </a:r>
          </a:p>
        </p:txBody>
      </p:sp>
      <p:sp>
        <p:nvSpPr>
          <p:cNvPr id="26" name="Text Placeholder 13">
            <a:extLst>
              <a:ext uri="{FF2B5EF4-FFF2-40B4-BE49-F238E27FC236}">
                <a16:creationId xmlns="" xmlns:a16="http://schemas.microsoft.com/office/drawing/2014/main" id="{5876A64D-FA56-4565-8EBF-B9D51A8B20DC}"/>
              </a:ext>
            </a:extLst>
          </p:cNvPr>
          <p:cNvSpPr>
            <a:spLocks noGrp="1"/>
          </p:cNvSpPr>
          <p:nvPr>
            <p:ph type="body" sz="quarter" idx="19" hasCustomPrompt="1"/>
          </p:nvPr>
        </p:nvSpPr>
        <p:spPr>
          <a:xfrm>
            <a:off x="4321014" y="3579013"/>
            <a:ext cx="1646588" cy="1907381"/>
          </a:xfrm>
        </p:spPr>
        <p:txBody>
          <a:bodyPr>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a:r>
              <a:rPr lang="en-US" noProof="0"/>
              <a:t>Edit Master text styles</a:t>
            </a:r>
          </a:p>
        </p:txBody>
      </p:sp>
      <p:sp>
        <p:nvSpPr>
          <p:cNvPr id="27" name="Text Placeholder 13">
            <a:extLst>
              <a:ext uri="{FF2B5EF4-FFF2-40B4-BE49-F238E27FC236}">
                <a16:creationId xmlns="" xmlns:a16="http://schemas.microsoft.com/office/drawing/2014/main" id="{CA843817-8244-446A-9618-257B5329B463}"/>
              </a:ext>
            </a:extLst>
          </p:cNvPr>
          <p:cNvSpPr>
            <a:spLocks noGrp="1"/>
          </p:cNvSpPr>
          <p:nvPr>
            <p:ph type="body" sz="quarter" idx="20" hasCustomPrompt="1"/>
          </p:nvPr>
        </p:nvSpPr>
        <p:spPr>
          <a:xfrm>
            <a:off x="6052356" y="2809757"/>
            <a:ext cx="1171388" cy="484441"/>
          </a:xfrm>
        </p:spPr>
        <p:txBody>
          <a:bodyPr>
            <a:noAutofit/>
          </a:bodyPr>
          <a:lstStyle>
            <a:lvl1pPr marL="0" indent="0">
              <a:buNone/>
              <a:defRPr sz="3500">
                <a:latin typeface="+mj-lt"/>
              </a:defRPr>
            </a:lvl1pPr>
          </a:lstStyle>
          <a:p>
            <a:pPr lvl="0"/>
            <a:r>
              <a:rPr lang="en-US" noProof="0"/>
              <a:t>Year</a:t>
            </a:r>
          </a:p>
        </p:txBody>
      </p:sp>
      <p:sp>
        <p:nvSpPr>
          <p:cNvPr id="28" name="Text Placeholder 13">
            <a:extLst>
              <a:ext uri="{FF2B5EF4-FFF2-40B4-BE49-F238E27FC236}">
                <a16:creationId xmlns="" xmlns:a16="http://schemas.microsoft.com/office/drawing/2014/main" id="{86A6FE38-5036-4D35-93E4-07C5DEC4010D}"/>
              </a:ext>
            </a:extLst>
          </p:cNvPr>
          <p:cNvSpPr>
            <a:spLocks noGrp="1"/>
          </p:cNvSpPr>
          <p:nvPr>
            <p:ph type="body" sz="quarter" idx="21" hasCustomPrompt="1"/>
          </p:nvPr>
        </p:nvSpPr>
        <p:spPr>
          <a:xfrm>
            <a:off x="6003049" y="3579013"/>
            <a:ext cx="1646588" cy="1907381"/>
          </a:xfrm>
        </p:spPr>
        <p:txBody>
          <a:bodyPr>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a:r>
              <a:rPr lang="en-US" noProof="0"/>
              <a:t>Edit Master text styles</a:t>
            </a:r>
          </a:p>
        </p:txBody>
      </p:sp>
      <p:sp>
        <p:nvSpPr>
          <p:cNvPr id="29" name="Text Placeholder 13">
            <a:extLst>
              <a:ext uri="{FF2B5EF4-FFF2-40B4-BE49-F238E27FC236}">
                <a16:creationId xmlns="" xmlns:a16="http://schemas.microsoft.com/office/drawing/2014/main" id="{1966E981-C557-4255-9DCC-162A429B5EE2}"/>
              </a:ext>
            </a:extLst>
          </p:cNvPr>
          <p:cNvSpPr>
            <a:spLocks noGrp="1"/>
          </p:cNvSpPr>
          <p:nvPr>
            <p:ph type="body" sz="quarter" idx="22" hasCustomPrompt="1"/>
          </p:nvPr>
        </p:nvSpPr>
        <p:spPr>
          <a:xfrm>
            <a:off x="7734391" y="2809757"/>
            <a:ext cx="1171388" cy="484441"/>
          </a:xfrm>
        </p:spPr>
        <p:txBody>
          <a:bodyPr>
            <a:noAutofit/>
          </a:bodyPr>
          <a:lstStyle>
            <a:lvl1pPr marL="0" indent="0">
              <a:buNone/>
              <a:defRPr sz="3500">
                <a:latin typeface="+mj-lt"/>
              </a:defRPr>
            </a:lvl1pPr>
          </a:lstStyle>
          <a:p>
            <a:pPr lvl="0"/>
            <a:r>
              <a:rPr lang="en-US" noProof="0"/>
              <a:t>Year</a:t>
            </a:r>
          </a:p>
        </p:txBody>
      </p:sp>
      <p:sp>
        <p:nvSpPr>
          <p:cNvPr id="30" name="Text Placeholder 13">
            <a:extLst>
              <a:ext uri="{FF2B5EF4-FFF2-40B4-BE49-F238E27FC236}">
                <a16:creationId xmlns="" xmlns:a16="http://schemas.microsoft.com/office/drawing/2014/main" id="{C386D796-CB69-4D7D-9C52-C41187CC88DB}"/>
              </a:ext>
            </a:extLst>
          </p:cNvPr>
          <p:cNvSpPr>
            <a:spLocks noGrp="1"/>
          </p:cNvSpPr>
          <p:nvPr>
            <p:ph type="body" sz="quarter" idx="23" hasCustomPrompt="1"/>
          </p:nvPr>
        </p:nvSpPr>
        <p:spPr>
          <a:xfrm>
            <a:off x="7685084" y="3579013"/>
            <a:ext cx="1646588" cy="1907381"/>
          </a:xfrm>
        </p:spPr>
        <p:txBody>
          <a:bodyPr>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a:r>
              <a:rPr lang="en-US" noProof="0"/>
              <a:t>Edit Master text styles</a:t>
            </a:r>
          </a:p>
        </p:txBody>
      </p:sp>
      <p:sp>
        <p:nvSpPr>
          <p:cNvPr id="31" name="Text Placeholder 13">
            <a:extLst>
              <a:ext uri="{FF2B5EF4-FFF2-40B4-BE49-F238E27FC236}">
                <a16:creationId xmlns="" xmlns:a16="http://schemas.microsoft.com/office/drawing/2014/main" id="{24441BBA-89B7-4AE6-91F6-04DB373B54F3}"/>
              </a:ext>
            </a:extLst>
          </p:cNvPr>
          <p:cNvSpPr>
            <a:spLocks noGrp="1"/>
          </p:cNvSpPr>
          <p:nvPr>
            <p:ph type="body" sz="quarter" idx="24" hasCustomPrompt="1"/>
          </p:nvPr>
        </p:nvSpPr>
        <p:spPr>
          <a:xfrm>
            <a:off x="9416424" y="2809757"/>
            <a:ext cx="1171388" cy="484441"/>
          </a:xfrm>
        </p:spPr>
        <p:txBody>
          <a:bodyPr>
            <a:noAutofit/>
          </a:bodyPr>
          <a:lstStyle>
            <a:lvl1pPr marL="0" indent="0">
              <a:buNone/>
              <a:defRPr sz="3500">
                <a:latin typeface="+mj-lt"/>
              </a:defRPr>
            </a:lvl1pPr>
          </a:lstStyle>
          <a:p>
            <a:pPr lvl="0"/>
            <a:r>
              <a:rPr lang="en-US" noProof="0"/>
              <a:t>Year</a:t>
            </a:r>
          </a:p>
        </p:txBody>
      </p:sp>
      <p:sp>
        <p:nvSpPr>
          <p:cNvPr id="32" name="Text Placeholder 13">
            <a:extLst>
              <a:ext uri="{FF2B5EF4-FFF2-40B4-BE49-F238E27FC236}">
                <a16:creationId xmlns="" xmlns:a16="http://schemas.microsoft.com/office/drawing/2014/main" id="{B117E4C6-D10A-4738-8283-D63AB1B314D2}"/>
              </a:ext>
            </a:extLst>
          </p:cNvPr>
          <p:cNvSpPr>
            <a:spLocks noGrp="1"/>
          </p:cNvSpPr>
          <p:nvPr>
            <p:ph type="body" sz="quarter" idx="25" hasCustomPrompt="1"/>
          </p:nvPr>
        </p:nvSpPr>
        <p:spPr>
          <a:xfrm>
            <a:off x="9367117" y="3579013"/>
            <a:ext cx="1646588" cy="1907381"/>
          </a:xfrm>
        </p:spPr>
        <p:txBody>
          <a:bodyPr>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a:r>
              <a:rPr lang="en-US" noProof="0"/>
              <a:t>Edit Master text styles</a:t>
            </a:r>
          </a:p>
        </p:txBody>
      </p:sp>
    </p:spTree>
    <p:extLst>
      <p:ext uri="{BB962C8B-B14F-4D97-AF65-F5344CB8AC3E}">
        <p14:creationId xmlns:p14="http://schemas.microsoft.com/office/powerpoint/2010/main" val="1679942913"/>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s Layout">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1DAC5403-E1D0-4032-A9FE-410B2982643C}"/>
              </a:ext>
            </a:extLst>
          </p:cNvPr>
          <p:cNvSpPr/>
          <p:nvPr userDrawn="1"/>
        </p:nvSpPr>
        <p:spPr>
          <a:xfrm>
            <a:off x="0" y="0"/>
            <a:ext cx="12192000" cy="6858000"/>
          </a:xfrm>
          <a:prstGeom prst="rect">
            <a:avLst/>
          </a:prstGeom>
          <a:blipFill>
            <a:blip r:embed="rId2"/>
            <a:srcRect/>
            <a:stretch>
              <a:fillRect t="-6775" b="-5725"/>
            </a:stretch>
          </a:blipFill>
          <a:ln w="12700" cap="flat">
            <a:noFill/>
            <a:prstDash val="solid"/>
            <a:miter/>
          </a:ln>
        </p:spPr>
        <p:txBody>
          <a:bodyPr rtlCol="0" anchor="ctr"/>
          <a:lstStyle/>
          <a:p>
            <a:pPr algn="l"/>
            <a:endParaRPr lang="en-US" noProof="0" dirty="0"/>
          </a:p>
        </p:txBody>
      </p:sp>
      <p:sp>
        <p:nvSpPr>
          <p:cNvPr id="17" name="Rectangle 16">
            <a:extLst>
              <a:ext uri="{FF2B5EF4-FFF2-40B4-BE49-F238E27FC236}">
                <a16:creationId xmlns="" xmlns:a16="http://schemas.microsoft.com/office/drawing/2014/main" id="{08C75CBB-4E7D-408E-AF76-442117F41B42}"/>
              </a:ext>
            </a:extLst>
          </p:cNvPr>
          <p:cNvSpPr/>
          <p:nvPr userDrawn="1"/>
        </p:nvSpPr>
        <p:spPr>
          <a:xfrm>
            <a:off x="0" y="0"/>
            <a:ext cx="12192000" cy="6858000"/>
          </a:xfrm>
          <a:prstGeom prst="rect">
            <a:avLst/>
          </a:prstGeom>
          <a:solidFill>
            <a:schemeClr val="tx1">
              <a:alpha val="80000"/>
            </a:schemeClr>
          </a:solidFill>
          <a:ln w="12700" cap="flat">
            <a:noFill/>
            <a:prstDash val="solid"/>
            <a:miter/>
          </a:ln>
        </p:spPr>
        <p:txBody>
          <a:bodyPr rtlCol="0" anchor="ctr"/>
          <a:lstStyle/>
          <a:p>
            <a:pPr algn="l"/>
            <a:endParaRPr lang="en-US" noProof="0" dirty="0"/>
          </a:p>
        </p:txBody>
      </p:sp>
      <p:sp>
        <p:nvSpPr>
          <p:cNvPr id="21" name="Text Placeholder 26">
            <a:extLst>
              <a:ext uri="{FF2B5EF4-FFF2-40B4-BE49-F238E27FC236}">
                <a16:creationId xmlns="" xmlns:a16="http://schemas.microsoft.com/office/drawing/2014/main" id="{E013E669-E15F-4096-81CC-6637C4A9F9E7}"/>
              </a:ext>
            </a:extLst>
          </p:cNvPr>
          <p:cNvSpPr>
            <a:spLocks noGrp="1"/>
          </p:cNvSpPr>
          <p:nvPr>
            <p:ph type="body" sz="quarter" idx="21" hasCustomPrompt="1"/>
          </p:nvPr>
        </p:nvSpPr>
        <p:spPr>
          <a:xfrm>
            <a:off x="3912235" y="4447556"/>
            <a:ext cx="4367531" cy="474519"/>
          </a:xfrm>
        </p:spPr>
        <p:txBody>
          <a:bodyPr>
            <a:noAutofit/>
          </a:bodyPr>
          <a:lstStyle>
            <a:lvl1pPr marL="0" indent="0" algn="ctr">
              <a:buNone/>
              <a:defRPr sz="3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678-555-0128</a:t>
            </a:r>
          </a:p>
        </p:txBody>
      </p:sp>
      <p:sp>
        <p:nvSpPr>
          <p:cNvPr id="2" name="Title 1">
            <a:extLst>
              <a:ext uri="{FF2B5EF4-FFF2-40B4-BE49-F238E27FC236}">
                <a16:creationId xmlns="" xmlns:a16="http://schemas.microsoft.com/office/drawing/2014/main" id="{199AD403-A15F-4A2F-B050-AB874136E732}"/>
              </a:ext>
            </a:extLst>
          </p:cNvPr>
          <p:cNvSpPr>
            <a:spLocks noGrp="1"/>
          </p:cNvSpPr>
          <p:nvPr>
            <p:ph type="title" hasCustomPrompt="1"/>
          </p:nvPr>
        </p:nvSpPr>
        <p:spPr>
          <a:xfrm>
            <a:off x="1037021" y="1663690"/>
            <a:ext cx="10117959" cy="1517356"/>
          </a:xfrm>
        </p:spPr>
        <p:txBody>
          <a:bodyPr>
            <a:noAutofit/>
          </a:bodyPr>
          <a:lstStyle>
            <a:lvl1pPr algn="ctr">
              <a:defRPr sz="10000" b="0">
                <a:solidFill>
                  <a:schemeClr val="bg1"/>
                </a:solidFill>
              </a:defRPr>
            </a:lvl1pPr>
          </a:lstStyle>
          <a:p>
            <a:r>
              <a:rPr lang="en-US" noProof="0"/>
              <a:t>Thank You!</a:t>
            </a:r>
          </a:p>
        </p:txBody>
      </p:sp>
      <p:sp>
        <p:nvSpPr>
          <p:cNvPr id="23" name="Text Placeholder 26">
            <a:extLst>
              <a:ext uri="{FF2B5EF4-FFF2-40B4-BE49-F238E27FC236}">
                <a16:creationId xmlns="" xmlns:a16="http://schemas.microsoft.com/office/drawing/2014/main" id="{5BB088E3-63C1-423F-A939-150B8E1F87A7}"/>
              </a:ext>
            </a:extLst>
          </p:cNvPr>
          <p:cNvSpPr>
            <a:spLocks noGrp="1"/>
          </p:cNvSpPr>
          <p:nvPr>
            <p:ph type="body" sz="quarter" idx="20" hasCustomPrompt="1"/>
          </p:nvPr>
        </p:nvSpPr>
        <p:spPr>
          <a:xfrm>
            <a:off x="3912235" y="4152286"/>
            <a:ext cx="4367531" cy="288000"/>
          </a:xfrm>
        </p:spPr>
        <p:txBody>
          <a:bodyPr>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Phone</a:t>
            </a:r>
          </a:p>
        </p:txBody>
      </p:sp>
      <p:sp>
        <p:nvSpPr>
          <p:cNvPr id="36" name="Text Placeholder 14">
            <a:extLst>
              <a:ext uri="{FF2B5EF4-FFF2-40B4-BE49-F238E27FC236}">
                <a16:creationId xmlns="" xmlns:a16="http://schemas.microsoft.com/office/drawing/2014/main" id="{2A3D73F7-77EC-4576-B541-20C032F462DC}"/>
              </a:ext>
            </a:extLst>
          </p:cNvPr>
          <p:cNvSpPr>
            <a:spLocks noGrp="1"/>
          </p:cNvSpPr>
          <p:nvPr userDrawn="1">
            <p:ph type="body" sz="quarter" idx="13" hasCustomPrompt="1"/>
          </p:nvPr>
        </p:nvSpPr>
        <p:spPr>
          <a:xfrm>
            <a:off x="1050857" y="3264670"/>
            <a:ext cx="10090287" cy="606659"/>
          </a:xfrm>
        </p:spPr>
        <p:txBody>
          <a:bodyPr>
            <a:noAutofit/>
          </a:bodyPr>
          <a:lstStyle>
            <a:lvl1pPr marL="0" indent="0" algn="ctr">
              <a:buNone/>
              <a:defRPr sz="3000" b="0" i="0">
                <a:solidFill>
                  <a:schemeClr val="bg2"/>
                </a:solidFill>
              </a:defRPr>
            </a:lvl1pPr>
          </a:lstStyle>
          <a:p>
            <a:pPr lvl="0"/>
            <a:r>
              <a:rPr lang="en-US" noProof="0"/>
              <a:t>ALEXANDER MARTENSSON</a:t>
            </a:r>
          </a:p>
        </p:txBody>
      </p:sp>
      <p:sp>
        <p:nvSpPr>
          <p:cNvPr id="15" name="Rectangle 14">
            <a:extLst>
              <a:ext uri="{FF2B5EF4-FFF2-40B4-BE49-F238E27FC236}">
                <a16:creationId xmlns="" xmlns:a16="http://schemas.microsoft.com/office/drawing/2014/main" id="{B1AB1BF5-25AE-4D07-8C5B-8ED82109AAFD}"/>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a:endParaRPr lang="en-US" noProof="0" dirty="0"/>
          </a:p>
        </p:txBody>
      </p:sp>
      <p:sp>
        <p:nvSpPr>
          <p:cNvPr id="16" name="Rectangle 15">
            <a:extLst>
              <a:ext uri="{FF2B5EF4-FFF2-40B4-BE49-F238E27FC236}">
                <a16:creationId xmlns="" xmlns:a16="http://schemas.microsoft.com/office/drawing/2014/main" id="{40356ECE-618B-4CAE-B0AA-1F1C86CF382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a:endParaRPr lang="en-US" noProof="0" dirty="0"/>
          </a:p>
        </p:txBody>
      </p:sp>
      <p:cxnSp>
        <p:nvCxnSpPr>
          <p:cNvPr id="6" name="Straight Connector 5">
            <a:extLst>
              <a:ext uri="{FF2B5EF4-FFF2-40B4-BE49-F238E27FC236}">
                <a16:creationId xmlns="" xmlns:a16="http://schemas.microsoft.com/office/drawing/2014/main" id="{2B62C84D-B809-41CE-8FCD-935E2343985F}"/>
              </a:ext>
            </a:extLst>
          </p:cNvPr>
          <p:cNvCxnSpPr/>
          <p:nvPr userDrawn="1"/>
        </p:nvCxnSpPr>
        <p:spPr>
          <a:xfrm>
            <a:off x="5711952" y="5004104"/>
            <a:ext cx="768096"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 xmlns:a16="http://schemas.microsoft.com/office/drawing/2014/main" id="{B0670BD7-5166-40F4-A6FC-B5B1D91577BE}"/>
              </a:ext>
            </a:extLst>
          </p:cNvPr>
          <p:cNvPicPr>
            <a:picLocks noChangeAspect="1"/>
          </p:cNvPicPr>
          <p:nvPr userDrawn="1"/>
        </p:nvPicPr>
        <p:blipFill>
          <a:blip r:embed="rId3">
            <a:extLst>
              <a:ext uri="{96DAC541-7B7A-43D3-8B79-37D633B846F1}">
                <asvg:svgBlip xmlns="" xmlns:asvg="http://schemas.microsoft.com/office/drawing/2016/SVG/main" r:embed="rId4"/>
              </a:ext>
            </a:extLst>
          </a:blip>
          <a:stretch>
            <a:fillRect/>
          </a:stretch>
        </p:blipFill>
        <p:spPr>
          <a:xfrm>
            <a:off x="3608400" y="2987075"/>
            <a:ext cx="4975200" cy="114227"/>
          </a:xfrm>
          <a:prstGeom prst="rect">
            <a:avLst/>
          </a:prstGeom>
        </p:spPr>
      </p:pic>
      <p:sp>
        <p:nvSpPr>
          <p:cNvPr id="12" name="Text Placeholder 26">
            <a:extLst>
              <a:ext uri="{FF2B5EF4-FFF2-40B4-BE49-F238E27FC236}">
                <a16:creationId xmlns="" xmlns:a16="http://schemas.microsoft.com/office/drawing/2014/main" id="{21AF3F24-9D59-456A-9130-8C4049C34FAB}"/>
              </a:ext>
            </a:extLst>
          </p:cNvPr>
          <p:cNvSpPr>
            <a:spLocks noGrp="1"/>
          </p:cNvSpPr>
          <p:nvPr>
            <p:ph type="body" sz="quarter" idx="22" hasCustomPrompt="1"/>
          </p:nvPr>
        </p:nvSpPr>
        <p:spPr>
          <a:xfrm>
            <a:off x="2895600" y="5423227"/>
            <a:ext cx="6400800" cy="474519"/>
          </a:xfrm>
        </p:spPr>
        <p:txBody>
          <a:bodyPr>
            <a:noAutofit/>
          </a:bodyPr>
          <a:lstStyle>
            <a:lvl1pPr marL="0" indent="0" algn="ctr">
              <a:buNone/>
              <a:defRPr sz="3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MARTENSSON@EXAMPLE.COM</a:t>
            </a:r>
          </a:p>
        </p:txBody>
      </p:sp>
      <p:sp>
        <p:nvSpPr>
          <p:cNvPr id="14" name="Text Placeholder 26">
            <a:extLst>
              <a:ext uri="{FF2B5EF4-FFF2-40B4-BE49-F238E27FC236}">
                <a16:creationId xmlns="" xmlns:a16="http://schemas.microsoft.com/office/drawing/2014/main" id="{716B9C4F-E33C-4EA7-A4F7-A2137CFCF2FD}"/>
              </a:ext>
            </a:extLst>
          </p:cNvPr>
          <p:cNvSpPr>
            <a:spLocks noGrp="1"/>
          </p:cNvSpPr>
          <p:nvPr>
            <p:ph type="body" sz="quarter" idx="23" hasCustomPrompt="1"/>
          </p:nvPr>
        </p:nvSpPr>
        <p:spPr>
          <a:xfrm>
            <a:off x="3912235" y="5121518"/>
            <a:ext cx="4367531" cy="288000"/>
          </a:xfrm>
        </p:spPr>
        <p:txBody>
          <a:bodyPr>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Email</a:t>
            </a:r>
          </a:p>
        </p:txBody>
      </p:sp>
    </p:spTree>
    <p:extLst>
      <p:ext uri="{BB962C8B-B14F-4D97-AF65-F5344CB8AC3E}">
        <p14:creationId xmlns:p14="http://schemas.microsoft.com/office/powerpoint/2010/main" val="2091879683"/>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hanks Layout">
    <p:spTree>
      <p:nvGrpSpPr>
        <p:cNvPr id="1" name=""/>
        <p:cNvGrpSpPr/>
        <p:nvPr/>
      </p:nvGrpSpPr>
      <p:grpSpPr>
        <a:xfrm>
          <a:off x="0" y="0"/>
          <a:ext cx="0" cy="0"/>
          <a:chOff x="0" y="0"/>
          <a:chExt cx="0" cy="0"/>
        </a:xfrm>
      </p:grpSpPr>
      <p:sp>
        <p:nvSpPr>
          <p:cNvPr id="18" name="Picture Placeholder 6">
            <a:extLst>
              <a:ext uri="{FF2B5EF4-FFF2-40B4-BE49-F238E27FC236}">
                <a16:creationId xmlns="" xmlns:a16="http://schemas.microsoft.com/office/drawing/2014/main" id="{EDD611DF-9DFE-B043-8BAE-EE27852FDACD}"/>
              </a:ext>
            </a:extLst>
          </p:cNvPr>
          <p:cNvSpPr>
            <a:spLocks noGrp="1"/>
          </p:cNvSpPr>
          <p:nvPr>
            <p:ph type="pic" sz="quarter" idx="18"/>
          </p:nvPr>
        </p:nvSpPr>
        <p:spPr>
          <a:xfrm>
            <a:off x="0" y="0"/>
            <a:ext cx="12192000" cy="6858000"/>
          </a:xfrm>
        </p:spPr>
        <p:txBody>
          <a:bodyPr anchor="ctr" anchorCtr="0">
            <a:normAutofit/>
          </a:bodyPr>
          <a:lstStyle>
            <a:lvl1pPr marL="0" indent="0" algn="ctr">
              <a:buFont typeface="Arial" panose="020B0604020202020204" pitchFamily="34" charset="0"/>
              <a:buNone/>
              <a:defRPr sz="1400"/>
            </a:lvl1pPr>
          </a:lstStyle>
          <a:p>
            <a:r>
              <a:rPr lang="en-US" noProof="0"/>
              <a:t>Click icon to add picture</a:t>
            </a:r>
            <a:endParaRPr lang="en-US" noProof="0" dirty="0"/>
          </a:p>
        </p:txBody>
      </p:sp>
      <p:sp>
        <p:nvSpPr>
          <p:cNvPr id="21" name="Text Placeholder 26">
            <a:extLst>
              <a:ext uri="{FF2B5EF4-FFF2-40B4-BE49-F238E27FC236}">
                <a16:creationId xmlns="" xmlns:a16="http://schemas.microsoft.com/office/drawing/2014/main" id="{E013E669-E15F-4096-81CC-6637C4A9F9E7}"/>
              </a:ext>
            </a:extLst>
          </p:cNvPr>
          <p:cNvSpPr>
            <a:spLocks noGrp="1"/>
          </p:cNvSpPr>
          <p:nvPr>
            <p:ph type="body" sz="quarter" idx="21" hasCustomPrompt="1"/>
          </p:nvPr>
        </p:nvSpPr>
        <p:spPr>
          <a:xfrm>
            <a:off x="3912235" y="4447556"/>
            <a:ext cx="4367531" cy="474519"/>
          </a:xfrm>
        </p:spPr>
        <p:txBody>
          <a:bodyPr>
            <a:noAutofit/>
          </a:bodyPr>
          <a:lstStyle>
            <a:lvl1pPr marL="0" indent="0" algn="ctr">
              <a:buNone/>
              <a:defRPr sz="3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678-555-0128</a:t>
            </a:r>
          </a:p>
        </p:txBody>
      </p:sp>
      <p:sp>
        <p:nvSpPr>
          <p:cNvPr id="2" name="Title 1">
            <a:extLst>
              <a:ext uri="{FF2B5EF4-FFF2-40B4-BE49-F238E27FC236}">
                <a16:creationId xmlns="" xmlns:a16="http://schemas.microsoft.com/office/drawing/2014/main" id="{199AD403-A15F-4A2F-B050-AB874136E732}"/>
              </a:ext>
            </a:extLst>
          </p:cNvPr>
          <p:cNvSpPr>
            <a:spLocks noGrp="1"/>
          </p:cNvSpPr>
          <p:nvPr>
            <p:ph type="title" hasCustomPrompt="1"/>
          </p:nvPr>
        </p:nvSpPr>
        <p:spPr>
          <a:xfrm>
            <a:off x="1037021" y="1663690"/>
            <a:ext cx="10117959" cy="1517356"/>
          </a:xfrm>
        </p:spPr>
        <p:txBody>
          <a:bodyPr>
            <a:noAutofit/>
          </a:bodyPr>
          <a:lstStyle>
            <a:lvl1pPr algn="ctr">
              <a:defRPr sz="10000" b="0">
                <a:solidFill>
                  <a:schemeClr val="bg1"/>
                </a:solidFill>
              </a:defRPr>
            </a:lvl1pPr>
          </a:lstStyle>
          <a:p>
            <a:r>
              <a:rPr lang="en-US" noProof="0"/>
              <a:t>Thank You!</a:t>
            </a:r>
          </a:p>
        </p:txBody>
      </p:sp>
      <p:sp>
        <p:nvSpPr>
          <p:cNvPr id="23" name="Text Placeholder 26">
            <a:extLst>
              <a:ext uri="{FF2B5EF4-FFF2-40B4-BE49-F238E27FC236}">
                <a16:creationId xmlns="" xmlns:a16="http://schemas.microsoft.com/office/drawing/2014/main" id="{5BB088E3-63C1-423F-A939-150B8E1F87A7}"/>
              </a:ext>
            </a:extLst>
          </p:cNvPr>
          <p:cNvSpPr>
            <a:spLocks noGrp="1"/>
          </p:cNvSpPr>
          <p:nvPr>
            <p:ph type="body" sz="quarter" idx="20" hasCustomPrompt="1"/>
          </p:nvPr>
        </p:nvSpPr>
        <p:spPr>
          <a:xfrm>
            <a:off x="3912235" y="4152286"/>
            <a:ext cx="4367531" cy="288000"/>
          </a:xfrm>
        </p:spPr>
        <p:txBody>
          <a:bodyPr>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Phone</a:t>
            </a:r>
          </a:p>
        </p:txBody>
      </p:sp>
      <p:sp>
        <p:nvSpPr>
          <p:cNvPr id="36" name="Text Placeholder 14">
            <a:extLst>
              <a:ext uri="{FF2B5EF4-FFF2-40B4-BE49-F238E27FC236}">
                <a16:creationId xmlns="" xmlns:a16="http://schemas.microsoft.com/office/drawing/2014/main" id="{2A3D73F7-77EC-4576-B541-20C032F462DC}"/>
              </a:ext>
            </a:extLst>
          </p:cNvPr>
          <p:cNvSpPr>
            <a:spLocks noGrp="1"/>
          </p:cNvSpPr>
          <p:nvPr userDrawn="1">
            <p:ph type="body" sz="quarter" idx="13" hasCustomPrompt="1"/>
          </p:nvPr>
        </p:nvSpPr>
        <p:spPr>
          <a:xfrm>
            <a:off x="1050857" y="3264670"/>
            <a:ext cx="10090287" cy="606659"/>
          </a:xfrm>
        </p:spPr>
        <p:txBody>
          <a:bodyPr>
            <a:noAutofit/>
          </a:bodyPr>
          <a:lstStyle>
            <a:lvl1pPr marL="0" indent="0" algn="ctr">
              <a:buNone/>
              <a:defRPr sz="3000" b="0" i="0">
                <a:solidFill>
                  <a:schemeClr val="bg2"/>
                </a:solidFill>
              </a:defRPr>
            </a:lvl1pPr>
          </a:lstStyle>
          <a:p>
            <a:pPr lvl="0"/>
            <a:r>
              <a:rPr lang="en-US" noProof="0"/>
              <a:t>ALEXANDER MARTENSSON</a:t>
            </a:r>
          </a:p>
        </p:txBody>
      </p:sp>
      <p:sp>
        <p:nvSpPr>
          <p:cNvPr id="15" name="Rectangle 14">
            <a:extLst>
              <a:ext uri="{FF2B5EF4-FFF2-40B4-BE49-F238E27FC236}">
                <a16:creationId xmlns="" xmlns:a16="http://schemas.microsoft.com/office/drawing/2014/main" id="{B1AB1BF5-25AE-4D07-8C5B-8ED82109AAFD}"/>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a:endParaRPr lang="en-US" noProof="0" dirty="0"/>
          </a:p>
        </p:txBody>
      </p:sp>
      <p:sp>
        <p:nvSpPr>
          <p:cNvPr id="16" name="Rectangle 15">
            <a:extLst>
              <a:ext uri="{FF2B5EF4-FFF2-40B4-BE49-F238E27FC236}">
                <a16:creationId xmlns="" xmlns:a16="http://schemas.microsoft.com/office/drawing/2014/main" id="{40356ECE-618B-4CAE-B0AA-1F1C86CF382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a:endParaRPr lang="en-US" noProof="0" dirty="0"/>
          </a:p>
        </p:txBody>
      </p:sp>
      <p:cxnSp>
        <p:nvCxnSpPr>
          <p:cNvPr id="6" name="Straight Connector 5">
            <a:extLst>
              <a:ext uri="{FF2B5EF4-FFF2-40B4-BE49-F238E27FC236}">
                <a16:creationId xmlns="" xmlns:a16="http://schemas.microsoft.com/office/drawing/2014/main" id="{2B62C84D-B809-41CE-8FCD-935E2343985F}"/>
              </a:ext>
            </a:extLst>
          </p:cNvPr>
          <p:cNvCxnSpPr/>
          <p:nvPr userDrawn="1"/>
        </p:nvCxnSpPr>
        <p:spPr>
          <a:xfrm>
            <a:off x="5711952" y="5004104"/>
            <a:ext cx="768096"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Text Placeholder 26">
            <a:extLst>
              <a:ext uri="{FF2B5EF4-FFF2-40B4-BE49-F238E27FC236}">
                <a16:creationId xmlns="" xmlns:a16="http://schemas.microsoft.com/office/drawing/2014/main" id="{21AF3F24-9D59-456A-9130-8C4049C34FAB}"/>
              </a:ext>
            </a:extLst>
          </p:cNvPr>
          <p:cNvSpPr>
            <a:spLocks noGrp="1"/>
          </p:cNvSpPr>
          <p:nvPr>
            <p:ph type="body" sz="quarter" idx="22" hasCustomPrompt="1"/>
          </p:nvPr>
        </p:nvSpPr>
        <p:spPr>
          <a:xfrm>
            <a:off x="3135722" y="5423227"/>
            <a:ext cx="5920556" cy="474519"/>
          </a:xfrm>
        </p:spPr>
        <p:txBody>
          <a:bodyPr>
            <a:noAutofit/>
          </a:bodyPr>
          <a:lstStyle>
            <a:lvl1pPr marL="0" indent="0" algn="ctr">
              <a:buNone/>
              <a:defRPr sz="3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MARTENSSON@GMAIL.COM</a:t>
            </a:r>
          </a:p>
        </p:txBody>
      </p:sp>
      <p:sp>
        <p:nvSpPr>
          <p:cNvPr id="14" name="Text Placeholder 26">
            <a:extLst>
              <a:ext uri="{FF2B5EF4-FFF2-40B4-BE49-F238E27FC236}">
                <a16:creationId xmlns="" xmlns:a16="http://schemas.microsoft.com/office/drawing/2014/main" id="{716B9C4F-E33C-4EA7-A4F7-A2137CFCF2FD}"/>
              </a:ext>
            </a:extLst>
          </p:cNvPr>
          <p:cNvSpPr>
            <a:spLocks noGrp="1"/>
          </p:cNvSpPr>
          <p:nvPr>
            <p:ph type="body" sz="quarter" idx="23" hasCustomPrompt="1"/>
          </p:nvPr>
        </p:nvSpPr>
        <p:spPr>
          <a:xfrm>
            <a:off x="3912235" y="5121518"/>
            <a:ext cx="4367531" cy="288000"/>
          </a:xfrm>
        </p:spPr>
        <p:txBody>
          <a:bodyPr>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Email</a:t>
            </a:r>
          </a:p>
        </p:txBody>
      </p:sp>
    </p:spTree>
    <p:extLst>
      <p:ext uri="{BB962C8B-B14F-4D97-AF65-F5344CB8AC3E}">
        <p14:creationId xmlns:p14="http://schemas.microsoft.com/office/powerpoint/2010/main" val="405328190"/>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1DAC5403-E1D0-4032-A9FE-410B2982643C}"/>
              </a:ext>
            </a:extLst>
          </p:cNvPr>
          <p:cNvSpPr/>
          <p:nvPr userDrawn="1"/>
        </p:nvSpPr>
        <p:spPr>
          <a:xfrm>
            <a:off x="0" y="0"/>
            <a:ext cx="12192000" cy="6858000"/>
          </a:xfrm>
          <a:prstGeom prst="rect">
            <a:avLst/>
          </a:prstGeom>
          <a:blipFill>
            <a:blip r:embed="rId2"/>
            <a:srcRect/>
            <a:stretch>
              <a:fillRect/>
            </a:stretch>
          </a:blipFill>
          <a:ln w="12700" cap="flat">
            <a:noFill/>
            <a:prstDash val="solid"/>
            <a:miter/>
          </a:ln>
        </p:spPr>
        <p:txBody>
          <a:bodyPr rtlCol="0" anchor="ctr"/>
          <a:lstStyle/>
          <a:p>
            <a:pPr algn="l"/>
            <a:endParaRPr lang="en-US" noProof="0" dirty="0"/>
          </a:p>
        </p:txBody>
      </p:sp>
      <p:sp>
        <p:nvSpPr>
          <p:cNvPr id="11" name="Rectangle 10">
            <a:extLst>
              <a:ext uri="{FF2B5EF4-FFF2-40B4-BE49-F238E27FC236}">
                <a16:creationId xmlns="" xmlns:a16="http://schemas.microsoft.com/office/drawing/2014/main" id="{F3C0C995-565B-4516-BC98-CCDEE529B154}"/>
              </a:ext>
            </a:extLst>
          </p:cNvPr>
          <p:cNvSpPr/>
          <p:nvPr userDrawn="1"/>
        </p:nvSpPr>
        <p:spPr>
          <a:xfrm>
            <a:off x="0" y="0"/>
            <a:ext cx="12192000" cy="6858000"/>
          </a:xfrm>
          <a:prstGeom prst="rect">
            <a:avLst/>
          </a:prstGeom>
          <a:solidFill>
            <a:schemeClr val="tx1">
              <a:alpha val="80000"/>
            </a:schemeClr>
          </a:solidFill>
          <a:ln w="12700" cap="flat">
            <a:noFill/>
            <a:prstDash val="solid"/>
            <a:miter/>
          </a:ln>
        </p:spPr>
        <p:txBody>
          <a:bodyPr rtlCol="0" anchor="ctr"/>
          <a:lstStyle/>
          <a:p>
            <a:pPr algn="l"/>
            <a:endParaRPr lang="en-US" noProof="0" dirty="0"/>
          </a:p>
        </p:txBody>
      </p:sp>
      <p:sp>
        <p:nvSpPr>
          <p:cNvPr id="2" name="Title 1">
            <a:extLst>
              <a:ext uri="{FF2B5EF4-FFF2-40B4-BE49-F238E27FC236}">
                <a16:creationId xmlns="" xmlns:a16="http://schemas.microsoft.com/office/drawing/2014/main" id="{199AD403-A15F-4A2F-B050-AB874136E732}"/>
              </a:ext>
            </a:extLst>
          </p:cNvPr>
          <p:cNvSpPr>
            <a:spLocks noGrp="1"/>
          </p:cNvSpPr>
          <p:nvPr>
            <p:ph type="title" hasCustomPrompt="1"/>
          </p:nvPr>
        </p:nvSpPr>
        <p:spPr>
          <a:xfrm>
            <a:off x="1037021" y="2289328"/>
            <a:ext cx="10117959" cy="1517356"/>
          </a:xfrm>
        </p:spPr>
        <p:txBody>
          <a:bodyPr>
            <a:noAutofit/>
          </a:bodyPr>
          <a:lstStyle>
            <a:lvl1pPr algn="ctr">
              <a:defRPr sz="10000" b="0">
                <a:solidFill>
                  <a:schemeClr val="bg1"/>
                </a:solidFill>
              </a:defRPr>
            </a:lvl1pPr>
          </a:lstStyle>
          <a:p>
            <a:r>
              <a:rPr lang="en-US" noProof="0"/>
              <a:t>Presentation Title    </a:t>
            </a:r>
          </a:p>
        </p:txBody>
      </p:sp>
      <p:sp>
        <p:nvSpPr>
          <p:cNvPr id="15" name="Rectangle 14">
            <a:extLst>
              <a:ext uri="{FF2B5EF4-FFF2-40B4-BE49-F238E27FC236}">
                <a16:creationId xmlns="" xmlns:a16="http://schemas.microsoft.com/office/drawing/2014/main" id="{B1AB1BF5-25AE-4D07-8C5B-8ED82109AAFD}"/>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a:endParaRPr lang="en-US" noProof="0" dirty="0"/>
          </a:p>
        </p:txBody>
      </p:sp>
      <p:sp>
        <p:nvSpPr>
          <p:cNvPr id="16" name="Rectangle 15">
            <a:extLst>
              <a:ext uri="{FF2B5EF4-FFF2-40B4-BE49-F238E27FC236}">
                <a16:creationId xmlns="" xmlns:a16="http://schemas.microsoft.com/office/drawing/2014/main" id="{40356ECE-618B-4CAE-B0AA-1F1C86CF382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a:endParaRPr lang="en-US" noProof="0" dirty="0"/>
          </a:p>
        </p:txBody>
      </p:sp>
      <p:pic>
        <p:nvPicPr>
          <p:cNvPr id="13" name="Graphic 12">
            <a:extLst>
              <a:ext uri="{FF2B5EF4-FFF2-40B4-BE49-F238E27FC236}">
                <a16:creationId xmlns="" xmlns:a16="http://schemas.microsoft.com/office/drawing/2014/main" id="{B0670BD7-5166-40F4-A6FC-B5B1D91577BE}"/>
              </a:ext>
            </a:extLst>
          </p:cNvPr>
          <p:cNvPicPr>
            <a:picLocks noChangeAspect="1"/>
          </p:cNvPicPr>
          <p:nvPr userDrawn="1"/>
        </p:nvPicPr>
        <p:blipFill>
          <a:blip r:embed="rId3">
            <a:extLst>
              <a:ext uri="{96DAC541-7B7A-43D3-8B79-37D633B846F1}">
                <asvg:svgBlip xmlns="" xmlns:asvg="http://schemas.microsoft.com/office/drawing/2016/SVG/main" r:embed="rId4"/>
              </a:ext>
            </a:extLst>
          </a:blip>
          <a:stretch>
            <a:fillRect/>
          </a:stretch>
        </p:blipFill>
        <p:spPr>
          <a:xfrm>
            <a:off x="3608400" y="3612713"/>
            <a:ext cx="4975200" cy="114227"/>
          </a:xfrm>
          <a:prstGeom prst="rect">
            <a:avLst/>
          </a:prstGeom>
        </p:spPr>
      </p:pic>
      <p:sp>
        <p:nvSpPr>
          <p:cNvPr id="9" name="Subtitle 2">
            <a:extLst>
              <a:ext uri="{FF2B5EF4-FFF2-40B4-BE49-F238E27FC236}">
                <a16:creationId xmlns="" xmlns:a16="http://schemas.microsoft.com/office/drawing/2014/main" id="{16A87704-FE99-4EBD-97FB-FBB15A227FC8}"/>
              </a:ext>
            </a:extLst>
          </p:cNvPr>
          <p:cNvSpPr>
            <a:spLocks noGrp="1"/>
          </p:cNvSpPr>
          <p:nvPr>
            <p:ph type="subTitle" idx="1" hasCustomPrompt="1"/>
          </p:nvPr>
        </p:nvSpPr>
        <p:spPr>
          <a:xfrm>
            <a:off x="1037021" y="3890308"/>
            <a:ext cx="10117959" cy="606659"/>
          </a:xfrm>
        </p:spPr>
        <p:txBody>
          <a:bodyPr vert="horz" lIns="91440" tIns="45720" rIns="91440" bIns="45720" rtlCol="0">
            <a:noAutofit/>
          </a:bodyPr>
          <a:lstStyle>
            <a:lvl1pPr marL="0" indent="0" algn="ctr">
              <a:buNone/>
              <a:defRPr lang="en-US" sz="3000" b="0" i="0">
                <a:solidFill>
                  <a:schemeClr val="bg2"/>
                </a:solidFill>
              </a:defRPr>
            </a:lvl1pPr>
          </a:lstStyle>
          <a:p>
            <a:pPr marL="228600" lvl="0" indent="-228600" algn="ctr"/>
            <a:r>
              <a:rPr lang="en-US" noProof="0"/>
              <a:t>CLICK TO EDIT MASTER SUBTITLE STYLE</a:t>
            </a:r>
          </a:p>
        </p:txBody>
      </p:sp>
    </p:spTree>
    <p:extLst>
      <p:ext uri="{BB962C8B-B14F-4D97-AF65-F5344CB8AC3E}">
        <p14:creationId xmlns:p14="http://schemas.microsoft.com/office/powerpoint/2010/main" val="163338151"/>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Oval 8">
            <a:extLst>
              <a:ext uri="{FF2B5EF4-FFF2-40B4-BE49-F238E27FC236}">
                <a16:creationId xmlns="" xmlns:a16="http://schemas.microsoft.com/office/drawing/2014/main" id="{4D6B2F7A-6215-4548-B8BA-BFBFA46660CF}"/>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a:endParaRPr lang="en-US" noProof="0" dirty="0"/>
          </a:p>
        </p:txBody>
      </p:sp>
      <p:sp>
        <p:nvSpPr>
          <p:cNvPr id="5" name="Slide Number Placeholder 4">
            <a:extLst>
              <a:ext uri="{FF2B5EF4-FFF2-40B4-BE49-F238E27FC236}">
                <a16:creationId xmlns="" xmlns:a16="http://schemas.microsoft.com/office/drawing/2014/main" id="{EAC4B419-8728-4000-B6EF-1ECF88F80B8B}"/>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2" name="Title 1">
            <a:extLst>
              <a:ext uri="{FF2B5EF4-FFF2-40B4-BE49-F238E27FC236}">
                <a16:creationId xmlns="" xmlns:a16="http://schemas.microsoft.com/office/drawing/2014/main" id="{A62FC5F7-2AC0-4A53-8E2A-D6A7F4B4D77C}"/>
              </a:ext>
            </a:extLst>
          </p:cNvPr>
          <p:cNvSpPr>
            <a:spLocks noGrp="1"/>
          </p:cNvSpPr>
          <p:nvPr>
            <p:ph type="title" hasCustomPrompt="1"/>
          </p:nvPr>
        </p:nvSpPr>
        <p:spPr>
          <a:xfrm>
            <a:off x="838200" y="652986"/>
            <a:ext cx="10515600" cy="904875"/>
          </a:xfrm>
        </p:spPr>
        <p:txBody>
          <a:bodyPr/>
          <a:lstStyle>
            <a:lvl1pPr algn="ctr">
              <a:defRPr b="0"/>
            </a:lvl1pPr>
          </a:lstStyle>
          <a:p>
            <a:r>
              <a:rPr lang="en-US" noProof="0"/>
              <a:t>Divider Slide</a:t>
            </a:r>
          </a:p>
        </p:txBody>
      </p:sp>
      <p:sp>
        <p:nvSpPr>
          <p:cNvPr id="3" name="Date Placeholder 2">
            <a:extLst>
              <a:ext uri="{FF2B5EF4-FFF2-40B4-BE49-F238E27FC236}">
                <a16:creationId xmlns="" xmlns:a16="http://schemas.microsoft.com/office/drawing/2014/main" id="{B516B06F-92DB-40BB-B026-E443732F67C8}"/>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 xmlns:a16="http://schemas.microsoft.com/office/drawing/2014/main" id="{11FF27C1-06BD-4F55-BB58-DC1D0892188F}"/>
              </a:ext>
            </a:extLst>
          </p:cNvPr>
          <p:cNvSpPr>
            <a:spLocks noGrp="1"/>
          </p:cNvSpPr>
          <p:nvPr>
            <p:ph type="ftr" sz="quarter" idx="11"/>
          </p:nvPr>
        </p:nvSpPr>
        <p:spPr/>
        <p:txBody>
          <a:bodyPr/>
          <a:lstStyle/>
          <a:p>
            <a:r>
              <a:rPr lang="en-US" noProof="0" dirty="0"/>
              <a:t>ADD A FOOTER</a:t>
            </a:r>
          </a:p>
        </p:txBody>
      </p:sp>
      <p:sp>
        <p:nvSpPr>
          <p:cNvPr id="15" name="Graphic 13">
            <a:extLst>
              <a:ext uri="{FF2B5EF4-FFF2-40B4-BE49-F238E27FC236}">
                <a16:creationId xmlns="" xmlns:a16="http://schemas.microsoft.com/office/drawing/2014/main" id="{6B7C1ECA-416B-4ED3-9B96-F05BED98E498}"/>
              </a:ext>
            </a:extLst>
          </p:cNvPr>
          <p:cNvSpPr/>
          <p:nvPr/>
        </p:nvSpPr>
        <p:spPr>
          <a:xfrm>
            <a:off x="4534478" y="1568994"/>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endParaRPr lang="en-US" noProof="0" dirty="0"/>
          </a:p>
        </p:txBody>
      </p:sp>
      <p:sp>
        <p:nvSpPr>
          <p:cNvPr id="12" name="Rectangle 11">
            <a:extLst>
              <a:ext uri="{FF2B5EF4-FFF2-40B4-BE49-F238E27FC236}">
                <a16:creationId xmlns="" xmlns:a16="http://schemas.microsoft.com/office/drawing/2014/main" id="{9685C8FD-6063-414E-B2AC-D07168DE1813}"/>
              </a:ext>
            </a:extLst>
          </p:cNvPr>
          <p:cNvSpPr/>
          <p:nvPr userDrawn="1"/>
        </p:nvSpPr>
        <p:spPr>
          <a:xfrm>
            <a:off x="0" y="2483224"/>
            <a:ext cx="12192000" cy="3465576"/>
          </a:xfrm>
          <a:prstGeom prst="rect">
            <a:avLst/>
          </a:prstGeom>
          <a:blipFill>
            <a:blip r:embed="rId2"/>
            <a:srcRect/>
            <a:stretch>
              <a:fillRect t="-48945" b="-48945"/>
            </a:stretch>
          </a:blipFill>
          <a:ln w="12700" cap="flat">
            <a:noFill/>
            <a:prstDash val="solid"/>
            <a:miter/>
          </a:ln>
        </p:spPr>
        <p:txBody>
          <a:bodyPr rtlCol="0" anchor="ctr"/>
          <a:lstStyle/>
          <a:p>
            <a:pPr algn="l"/>
            <a:endParaRPr lang="en-US" noProof="0" dirty="0"/>
          </a:p>
        </p:txBody>
      </p:sp>
      <p:sp>
        <p:nvSpPr>
          <p:cNvPr id="13" name="Rectangle 12">
            <a:extLst>
              <a:ext uri="{FF2B5EF4-FFF2-40B4-BE49-F238E27FC236}">
                <a16:creationId xmlns="" xmlns:a16="http://schemas.microsoft.com/office/drawing/2014/main" id="{2BA38A80-B4F3-4560-B2F9-C0652AAB2188}"/>
              </a:ext>
            </a:extLst>
          </p:cNvPr>
          <p:cNvSpPr/>
          <p:nvPr userDrawn="1"/>
        </p:nvSpPr>
        <p:spPr>
          <a:xfrm>
            <a:off x="0" y="2483223"/>
            <a:ext cx="12192000" cy="3465576"/>
          </a:xfrm>
          <a:prstGeom prst="rect">
            <a:avLst/>
          </a:prstGeom>
          <a:solidFill>
            <a:schemeClr val="tx1">
              <a:alpha val="80000"/>
            </a:schemeClr>
          </a:solidFill>
          <a:ln w="12700" cap="flat">
            <a:noFill/>
            <a:prstDash val="solid"/>
            <a:miter/>
          </a:ln>
        </p:spPr>
        <p:txBody>
          <a:bodyPr rtlCol="0" anchor="ctr"/>
          <a:lstStyle/>
          <a:p>
            <a:pPr algn="l"/>
            <a:endParaRPr lang="en-US" noProof="0" dirty="0"/>
          </a:p>
        </p:txBody>
      </p:sp>
      <p:sp>
        <p:nvSpPr>
          <p:cNvPr id="11" name="Text Placeholder 2">
            <a:extLst>
              <a:ext uri="{FF2B5EF4-FFF2-40B4-BE49-F238E27FC236}">
                <a16:creationId xmlns="" xmlns:a16="http://schemas.microsoft.com/office/drawing/2014/main" id="{214241DF-0B07-491C-8CA2-1BD10F84525C}"/>
              </a:ext>
            </a:extLst>
          </p:cNvPr>
          <p:cNvSpPr>
            <a:spLocks noGrp="1"/>
          </p:cNvSpPr>
          <p:nvPr>
            <p:ph type="body" idx="1" hasCustomPrompt="1"/>
          </p:nvPr>
        </p:nvSpPr>
        <p:spPr>
          <a:xfrm>
            <a:off x="838200" y="1882722"/>
            <a:ext cx="10515600" cy="468594"/>
          </a:xfrm>
        </p:spPr>
        <p:txBody>
          <a:bodyPr vert="horz" lIns="91440" tIns="45720" rIns="91440" bIns="45720" rtlCol="0">
            <a:normAutofit/>
          </a:bodyPr>
          <a:lstStyle>
            <a:lvl1pPr marL="0" indent="0" algn="ctr">
              <a:buNone/>
              <a:defRPr lang="en-US" sz="1800"/>
            </a:lvl1pPr>
          </a:lstStyle>
          <a:p>
            <a:pPr marL="228600" lvl="0" indent="-228600" algn="ctr"/>
            <a:r>
              <a:rPr lang="en-US" noProof="0"/>
              <a:t>Edit Master text styles</a:t>
            </a:r>
          </a:p>
        </p:txBody>
      </p:sp>
    </p:spTree>
    <p:extLst>
      <p:ext uri="{BB962C8B-B14F-4D97-AF65-F5344CB8AC3E}">
        <p14:creationId xmlns:p14="http://schemas.microsoft.com/office/powerpoint/2010/main" val="924574758"/>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0AF4CE-F455-4A31-8ED6-5841DF599BE9}"/>
              </a:ext>
            </a:extLst>
          </p:cNvPr>
          <p:cNvSpPr>
            <a:spLocks noGrp="1"/>
          </p:cNvSpPr>
          <p:nvPr>
            <p:ph type="title"/>
          </p:nvPr>
        </p:nvSpPr>
        <p:spPr>
          <a:xfrm>
            <a:off x="838200" y="365125"/>
            <a:ext cx="10515600" cy="1325563"/>
          </a:xfrm>
        </p:spPr>
        <p:txBody>
          <a:bodyPr/>
          <a:lstStyle/>
          <a:p>
            <a:r>
              <a:rPr lang="en-US" noProof="0"/>
              <a:t>Click to edit Master title style</a:t>
            </a:r>
          </a:p>
        </p:txBody>
      </p:sp>
      <p:sp>
        <p:nvSpPr>
          <p:cNvPr id="3" name="Date Placeholder 2">
            <a:extLst>
              <a:ext uri="{FF2B5EF4-FFF2-40B4-BE49-F238E27FC236}">
                <a16:creationId xmlns="" xmlns:a16="http://schemas.microsoft.com/office/drawing/2014/main" id="{3A82F029-D8CC-4FE7-9C30-98E576ED41F1}"/>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 xmlns:a16="http://schemas.microsoft.com/office/drawing/2014/main" id="{0F891442-6C1A-4969-A4A2-EFCF20E7917B}"/>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 xmlns:a16="http://schemas.microsoft.com/office/drawing/2014/main" id="{64457F0D-7504-4879-BCFD-DDEA424C0A3A}"/>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6" name="Content Placeholder 2">
            <a:extLst>
              <a:ext uri="{FF2B5EF4-FFF2-40B4-BE49-F238E27FC236}">
                <a16:creationId xmlns="" xmlns:a16="http://schemas.microsoft.com/office/drawing/2014/main" id="{50CCCB36-FE7F-43C1-810B-49BBAB494861}"/>
              </a:ext>
            </a:extLst>
          </p:cNvPr>
          <p:cNvSpPr>
            <a:spLocks noGrp="1"/>
          </p:cNvSpPr>
          <p:nvPr>
            <p:ph idx="1" hasCustomPrompt="1"/>
          </p:nvPr>
        </p:nvSpPr>
        <p:spPr>
          <a:xfrm>
            <a:off x="838200" y="1825625"/>
            <a:ext cx="10515600" cy="41243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330599116"/>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77B6609-6A41-45F4-9B8B-9A6DEABB9A21}"/>
              </a:ext>
            </a:extLst>
          </p:cNvPr>
          <p:cNvSpPr>
            <a:spLocks noGrp="1"/>
          </p:cNvSpPr>
          <p:nvPr>
            <p:ph type="title"/>
          </p:nvPr>
        </p:nvSpPr>
        <p:spPr/>
        <p:txBody>
          <a:bodyPr/>
          <a:lstStyle/>
          <a:p>
            <a:r>
              <a:rPr lang="en-US" noProof="0"/>
              <a:t>Click to edit Master title style</a:t>
            </a:r>
          </a:p>
        </p:txBody>
      </p:sp>
      <p:sp>
        <p:nvSpPr>
          <p:cNvPr id="3" name="Date Placeholder 2">
            <a:extLst>
              <a:ext uri="{FF2B5EF4-FFF2-40B4-BE49-F238E27FC236}">
                <a16:creationId xmlns="" xmlns:a16="http://schemas.microsoft.com/office/drawing/2014/main" id="{4FFD4558-495E-4FE3-B256-7B6A8637C694}"/>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 xmlns:a16="http://schemas.microsoft.com/office/drawing/2014/main" id="{65C0E450-E490-45F1-909F-5831583C56B7}"/>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 xmlns:a16="http://schemas.microsoft.com/office/drawing/2014/main" id="{BBD7E109-C0EE-4D25-9A01-E58D7476D071}"/>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6" name="Content Placeholder 2">
            <a:extLst>
              <a:ext uri="{FF2B5EF4-FFF2-40B4-BE49-F238E27FC236}">
                <a16:creationId xmlns="" xmlns:a16="http://schemas.microsoft.com/office/drawing/2014/main" id="{62C48FC5-1EDF-4F7E-9E82-D342C4D45907}"/>
              </a:ext>
            </a:extLst>
          </p:cNvPr>
          <p:cNvSpPr>
            <a:spLocks noGrp="1"/>
          </p:cNvSpPr>
          <p:nvPr>
            <p:ph sz="half" idx="1" hasCustomPrompt="1"/>
          </p:nvPr>
        </p:nvSpPr>
        <p:spPr>
          <a:xfrm>
            <a:off x="838200" y="1825625"/>
            <a:ext cx="5181600" cy="41243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ntent Placeholder 3">
            <a:extLst>
              <a:ext uri="{FF2B5EF4-FFF2-40B4-BE49-F238E27FC236}">
                <a16:creationId xmlns="" xmlns:a16="http://schemas.microsoft.com/office/drawing/2014/main" id="{7245FF27-1D81-4487-86EE-A8826AB33310}"/>
              </a:ext>
            </a:extLst>
          </p:cNvPr>
          <p:cNvSpPr>
            <a:spLocks noGrp="1"/>
          </p:cNvSpPr>
          <p:nvPr>
            <p:ph sz="half" idx="2" hasCustomPrompt="1"/>
          </p:nvPr>
        </p:nvSpPr>
        <p:spPr>
          <a:xfrm>
            <a:off x="6172200" y="1825625"/>
            <a:ext cx="5181600" cy="41243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494853255"/>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EF85B3E-9C3B-48E3-BA88-7B18BAC8BCD5}"/>
              </a:ext>
            </a:extLst>
          </p:cNvPr>
          <p:cNvSpPr>
            <a:spLocks noGrp="1"/>
          </p:cNvSpPr>
          <p:nvPr>
            <p:ph type="title"/>
          </p:nvPr>
        </p:nvSpPr>
        <p:spPr/>
        <p:txBody>
          <a:bodyPr/>
          <a:lstStyle/>
          <a:p>
            <a:r>
              <a:rPr lang="en-US" noProof="0"/>
              <a:t>Click to edit Master title style</a:t>
            </a:r>
          </a:p>
        </p:txBody>
      </p:sp>
      <p:sp>
        <p:nvSpPr>
          <p:cNvPr id="3" name="Date Placeholder 2">
            <a:extLst>
              <a:ext uri="{FF2B5EF4-FFF2-40B4-BE49-F238E27FC236}">
                <a16:creationId xmlns="" xmlns:a16="http://schemas.microsoft.com/office/drawing/2014/main" id="{06E55B65-81AB-463F-B78F-208BABF731FC}"/>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 xmlns:a16="http://schemas.microsoft.com/office/drawing/2014/main" id="{37814494-7E7B-41F9-984C-51671FC7B60B}"/>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 xmlns:a16="http://schemas.microsoft.com/office/drawing/2014/main" id="{17932FB9-9355-4718-A3AF-2991AEFD5EA7}"/>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6" name="Text Placeholder 2">
            <a:extLst>
              <a:ext uri="{FF2B5EF4-FFF2-40B4-BE49-F238E27FC236}">
                <a16:creationId xmlns="" xmlns:a16="http://schemas.microsoft.com/office/drawing/2014/main" id="{E0E064FB-456B-4012-A632-907E0F6363EF}"/>
              </a:ext>
            </a:extLst>
          </p:cNvPr>
          <p:cNvSpPr>
            <a:spLocks noGrp="1"/>
          </p:cNvSpPr>
          <p:nvPr>
            <p:ph type="body" idx="1" hasCustomPrompt="1"/>
          </p:nvPr>
        </p:nvSpPr>
        <p:spPr>
          <a:xfrm>
            <a:off x="839788" y="1866900"/>
            <a:ext cx="5157787" cy="44582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8" name="Content Placeholder 3">
            <a:extLst>
              <a:ext uri="{FF2B5EF4-FFF2-40B4-BE49-F238E27FC236}">
                <a16:creationId xmlns="" xmlns:a16="http://schemas.microsoft.com/office/drawing/2014/main" id="{D7224228-301B-4143-AE44-555A65ECB365}"/>
              </a:ext>
            </a:extLst>
          </p:cNvPr>
          <p:cNvSpPr>
            <a:spLocks noGrp="1"/>
          </p:cNvSpPr>
          <p:nvPr>
            <p:ph sz="half" idx="2" hasCustomPrompt="1"/>
          </p:nvPr>
        </p:nvSpPr>
        <p:spPr>
          <a:xfrm>
            <a:off x="839788" y="2488937"/>
            <a:ext cx="5157787" cy="3461014"/>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4">
            <a:extLst>
              <a:ext uri="{FF2B5EF4-FFF2-40B4-BE49-F238E27FC236}">
                <a16:creationId xmlns="" xmlns:a16="http://schemas.microsoft.com/office/drawing/2014/main" id="{421B5496-F2D7-450B-A1AF-12FC29E4548C}"/>
              </a:ext>
            </a:extLst>
          </p:cNvPr>
          <p:cNvSpPr>
            <a:spLocks noGrp="1"/>
          </p:cNvSpPr>
          <p:nvPr>
            <p:ph type="body" sz="quarter" idx="3" hasCustomPrompt="1"/>
          </p:nvPr>
        </p:nvSpPr>
        <p:spPr>
          <a:xfrm>
            <a:off x="6172200" y="1866900"/>
            <a:ext cx="5183188" cy="44582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10" name="Content Placeholder 5">
            <a:extLst>
              <a:ext uri="{FF2B5EF4-FFF2-40B4-BE49-F238E27FC236}">
                <a16:creationId xmlns="" xmlns:a16="http://schemas.microsoft.com/office/drawing/2014/main" id="{D087222D-3611-4518-AD76-AC2E042CD5A8}"/>
              </a:ext>
            </a:extLst>
          </p:cNvPr>
          <p:cNvSpPr>
            <a:spLocks noGrp="1"/>
          </p:cNvSpPr>
          <p:nvPr>
            <p:ph sz="quarter" idx="4" hasCustomPrompt="1"/>
          </p:nvPr>
        </p:nvSpPr>
        <p:spPr>
          <a:xfrm>
            <a:off x="6172200" y="2488937"/>
            <a:ext cx="5183188" cy="3461014"/>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106462393"/>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Date Placeholder 2">
            <a:extLst>
              <a:ext uri="{FF2B5EF4-FFF2-40B4-BE49-F238E27FC236}">
                <a16:creationId xmlns="" xmlns:a16="http://schemas.microsoft.com/office/drawing/2014/main" id="{E90DEAF0-9B16-4335-875E-3D5B654FA9B4}"/>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 xmlns:a16="http://schemas.microsoft.com/office/drawing/2014/main" id="{0680122F-A667-467F-9ABE-57A77934DD7D}"/>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 xmlns:a16="http://schemas.microsoft.com/office/drawing/2014/main" id="{29B5B8C5-3BA1-4EE6-9D72-5F3863E69D01}"/>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6" name="Graphic 12">
            <a:extLst>
              <a:ext uri="{FF2B5EF4-FFF2-40B4-BE49-F238E27FC236}">
                <a16:creationId xmlns="" xmlns:a16="http://schemas.microsoft.com/office/drawing/2014/main" id="{ACBF854A-65B9-4A5D-97C6-BA041A37CD22}"/>
              </a:ext>
            </a:extLst>
          </p:cNvPr>
          <p:cNvSpPr/>
          <p:nvPr userDrawn="1"/>
        </p:nvSpPr>
        <p:spPr>
          <a:xfrm>
            <a:off x="1442364" y="2135538"/>
            <a:ext cx="2727084" cy="139525"/>
          </a:xfrm>
          <a:custGeom>
            <a:avLst/>
            <a:gdLst>
              <a:gd name="connsiteX0" fmla="*/ 67167 w 2727084"/>
              <a:gd name="connsiteY0" fmla="*/ 78582 h 139525"/>
              <a:gd name="connsiteX1" fmla="*/ 12625 w 2727084"/>
              <a:gd name="connsiteY1" fmla="*/ 78582 h 139525"/>
              <a:gd name="connsiteX2" fmla="*/ 12625 w 2727084"/>
              <a:gd name="connsiteY2" fmla="*/ 65898 h 139525"/>
              <a:gd name="connsiteX3" fmla="*/ 956323 w 2727084"/>
              <a:gd name="connsiteY3" fmla="*/ 65898 h 139525"/>
              <a:gd name="connsiteX4" fmla="*/ 1151658 w 2727084"/>
              <a:gd name="connsiteY4" fmla="*/ 12625 h 139525"/>
              <a:gd name="connsiteX5" fmla="*/ 1268352 w 2727084"/>
              <a:gd name="connsiteY5" fmla="*/ 65898 h 139525"/>
              <a:gd name="connsiteX6" fmla="*/ 1297526 w 2727084"/>
              <a:gd name="connsiteY6" fmla="*/ 65898 h 139525"/>
              <a:gd name="connsiteX7" fmla="*/ 1353336 w 2727084"/>
              <a:gd name="connsiteY7" fmla="*/ 15162 h 139525"/>
              <a:gd name="connsiteX8" fmla="*/ 1409146 w 2727084"/>
              <a:gd name="connsiteY8" fmla="*/ 65898 h 139525"/>
              <a:gd name="connsiteX9" fmla="*/ 1438319 w 2727084"/>
              <a:gd name="connsiteY9" fmla="*/ 65898 h 139525"/>
              <a:gd name="connsiteX10" fmla="*/ 1555013 w 2727084"/>
              <a:gd name="connsiteY10" fmla="*/ 12625 h 139525"/>
              <a:gd name="connsiteX11" fmla="*/ 1750348 w 2727084"/>
              <a:gd name="connsiteY11" fmla="*/ 65898 h 139525"/>
              <a:gd name="connsiteX12" fmla="*/ 2723220 w 2727084"/>
              <a:gd name="connsiteY12" fmla="*/ 65898 h 139525"/>
              <a:gd name="connsiteX13" fmla="*/ 2723220 w 2727084"/>
              <a:gd name="connsiteY13" fmla="*/ 78582 h 139525"/>
              <a:gd name="connsiteX14" fmla="*/ 2630626 w 2727084"/>
              <a:gd name="connsiteY14" fmla="*/ 78582 h 139525"/>
              <a:gd name="connsiteX15" fmla="*/ 2630626 w 2727084"/>
              <a:gd name="connsiteY15" fmla="*/ 79851 h 139525"/>
              <a:gd name="connsiteX16" fmla="*/ 1901289 w 2727084"/>
              <a:gd name="connsiteY16" fmla="*/ 78582 h 139525"/>
              <a:gd name="connsiteX17" fmla="*/ 1790937 w 2727084"/>
              <a:gd name="connsiteY17" fmla="*/ 78582 h 139525"/>
              <a:gd name="connsiteX18" fmla="*/ 1553745 w 2727084"/>
              <a:gd name="connsiteY18" fmla="*/ 131855 h 139525"/>
              <a:gd name="connsiteX19" fmla="*/ 1437051 w 2727084"/>
              <a:gd name="connsiteY19" fmla="*/ 78582 h 139525"/>
              <a:gd name="connsiteX20" fmla="*/ 1407877 w 2727084"/>
              <a:gd name="connsiteY20" fmla="*/ 78582 h 139525"/>
              <a:gd name="connsiteX21" fmla="*/ 1353336 w 2727084"/>
              <a:gd name="connsiteY21" fmla="*/ 129319 h 139525"/>
              <a:gd name="connsiteX22" fmla="*/ 1297526 w 2727084"/>
              <a:gd name="connsiteY22" fmla="*/ 78582 h 139525"/>
              <a:gd name="connsiteX23" fmla="*/ 1268352 w 2727084"/>
              <a:gd name="connsiteY23" fmla="*/ 78582 h 139525"/>
              <a:gd name="connsiteX24" fmla="*/ 1151658 w 2727084"/>
              <a:gd name="connsiteY24" fmla="*/ 131855 h 139525"/>
              <a:gd name="connsiteX25" fmla="*/ 914465 w 2727084"/>
              <a:gd name="connsiteY25" fmla="*/ 78582 h 139525"/>
              <a:gd name="connsiteX26" fmla="*/ 805382 w 2727084"/>
              <a:gd name="connsiteY26" fmla="*/ 78582 h 139525"/>
              <a:gd name="connsiteX27" fmla="*/ 67167 w 2727084"/>
              <a:gd name="connsiteY27" fmla="*/ 78582 h 139525"/>
              <a:gd name="connsiteX28" fmla="*/ 67167 w 2727084"/>
              <a:gd name="connsiteY28" fmla="*/ 78582 h 13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27084" h="139525">
                <a:moveTo>
                  <a:pt x="67167" y="78582"/>
                </a:moveTo>
                <a:lnTo>
                  <a:pt x="12625" y="78582"/>
                </a:lnTo>
                <a:lnTo>
                  <a:pt x="12625" y="65898"/>
                </a:lnTo>
                <a:lnTo>
                  <a:pt x="956323" y="65898"/>
                </a:lnTo>
                <a:cubicBezTo>
                  <a:pt x="1061601" y="55751"/>
                  <a:pt x="1151658" y="12625"/>
                  <a:pt x="1151658" y="12625"/>
                </a:cubicBezTo>
                <a:cubicBezTo>
                  <a:pt x="1198589" y="48140"/>
                  <a:pt x="1241715" y="60824"/>
                  <a:pt x="1268352" y="65898"/>
                </a:cubicBezTo>
                <a:lnTo>
                  <a:pt x="1297526" y="65898"/>
                </a:lnTo>
                <a:cubicBezTo>
                  <a:pt x="1303868" y="24041"/>
                  <a:pt x="1336846" y="15162"/>
                  <a:pt x="1353336" y="15162"/>
                </a:cubicBezTo>
                <a:cubicBezTo>
                  <a:pt x="1369825" y="15162"/>
                  <a:pt x="1402804" y="24041"/>
                  <a:pt x="1409146" y="65898"/>
                </a:cubicBezTo>
                <a:lnTo>
                  <a:pt x="1438319" y="65898"/>
                </a:lnTo>
                <a:cubicBezTo>
                  <a:pt x="1464956" y="60824"/>
                  <a:pt x="1508082" y="46872"/>
                  <a:pt x="1555013" y="12625"/>
                </a:cubicBezTo>
                <a:cubicBezTo>
                  <a:pt x="1555013" y="12625"/>
                  <a:pt x="1645070" y="55751"/>
                  <a:pt x="1750348" y="65898"/>
                </a:cubicBezTo>
                <a:lnTo>
                  <a:pt x="2723220" y="65898"/>
                </a:lnTo>
                <a:lnTo>
                  <a:pt x="2723220" y="78582"/>
                </a:lnTo>
                <a:lnTo>
                  <a:pt x="2630626" y="78582"/>
                </a:lnTo>
                <a:lnTo>
                  <a:pt x="2630626" y="79851"/>
                </a:lnTo>
                <a:lnTo>
                  <a:pt x="1901289" y="78582"/>
                </a:lnTo>
                <a:lnTo>
                  <a:pt x="1790937" y="78582"/>
                </a:lnTo>
                <a:cubicBezTo>
                  <a:pt x="1670438" y="79851"/>
                  <a:pt x="1553745" y="131855"/>
                  <a:pt x="1553745" y="131855"/>
                </a:cubicBezTo>
                <a:cubicBezTo>
                  <a:pt x="1506813" y="96340"/>
                  <a:pt x="1463687" y="83656"/>
                  <a:pt x="1437051" y="78582"/>
                </a:cubicBezTo>
                <a:lnTo>
                  <a:pt x="1407877" y="78582"/>
                </a:lnTo>
                <a:cubicBezTo>
                  <a:pt x="1401535" y="119171"/>
                  <a:pt x="1369825" y="129319"/>
                  <a:pt x="1353336" y="129319"/>
                </a:cubicBezTo>
                <a:cubicBezTo>
                  <a:pt x="1336846" y="129319"/>
                  <a:pt x="1303868" y="121708"/>
                  <a:pt x="1297526" y="78582"/>
                </a:cubicBezTo>
                <a:lnTo>
                  <a:pt x="1268352" y="78582"/>
                </a:lnTo>
                <a:cubicBezTo>
                  <a:pt x="1241715" y="83656"/>
                  <a:pt x="1198589" y="97608"/>
                  <a:pt x="1151658" y="131855"/>
                </a:cubicBezTo>
                <a:cubicBezTo>
                  <a:pt x="1151658" y="131855"/>
                  <a:pt x="1036233" y="79851"/>
                  <a:pt x="914465" y="78582"/>
                </a:cubicBezTo>
                <a:lnTo>
                  <a:pt x="805382" y="78582"/>
                </a:lnTo>
                <a:lnTo>
                  <a:pt x="67167" y="78582"/>
                </a:lnTo>
                <a:lnTo>
                  <a:pt x="67167" y="78582"/>
                </a:lnTo>
                <a:close/>
              </a:path>
            </a:pathLst>
          </a:custGeom>
          <a:solidFill>
            <a:schemeClr val="bg2"/>
          </a:solidFill>
          <a:ln w="12641" cap="flat">
            <a:noFill/>
            <a:prstDash val="solid"/>
            <a:miter/>
          </a:ln>
        </p:spPr>
        <p:txBody>
          <a:bodyPr rtlCol="0" anchor="ctr"/>
          <a:lstStyle/>
          <a:p>
            <a:endParaRPr lang="en-US" noProof="0" dirty="0"/>
          </a:p>
        </p:txBody>
      </p:sp>
      <p:sp>
        <p:nvSpPr>
          <p:cNvPr id="7" name="Title 1">
            <a:extLst>
              <a:ext uri="{FF2B5EF4-FFF2-40B4-BE49-F238E27FC236}">
                <a16:creationId xmlns="" xmlns:a16="http://schemas.microsoft.com/office/drawing/2014/main" id="{C3E8E02D-385B-477A-BAE1-4A97C6E9D720}"/>
              </a:ext>
            </a:extLst>
          </p:cNvPr>
          <p:cNvSpPr>
            <a:spLocks noGrp="1"/>
          </p:cNvSpPr>
          <p:nvPr>
            <p:ph type="title"/>
          </p:nvPr>
        </p:nvSpPr>
        <p:spPr>
          <a:xfrm>
            <a:off x="839788" y="908050"/>
            <a:ext cx="3932237" cy="1149349"/>
          </a:xfrm>
        </p:spPr>
        <p:txBody>
          <a:bodyPr anchor="b"/>
          <a:lstStyle>
            <a:lvl1pPr>
              <a:defRPr sz="3200"/>
            </a:lvl1pPr>
          </a:lstStyle>
          <a:p>
            <a:r>
              <a:rPr lang="en-US" noProof="0"/>
              <a:t>Click to edit Master title style</a:t>
            </a:r>
          </a:p>
        </p:txBody>
      </p:sp>
      <p:sp>
        <p:nvSpPr>
          <p:cNvPr id="8" name="Text Placeholder 3">
            <a:extLst>
              <a:ext uri="{FF2B5EF4-FFF2-40B4-BE49-F238E27FC236}">
                <a16:creationId xmlns="" xmlns:a16="http://schemas.microsoft.com/office/drawing/2014/main" id="{E6CA7378-0B2D-435D-B34B-744CA89114AF}"/>
              </a:ext>
            </a:extLst>
          </p:cNvPr>
          <p:cNvSpPr>
            <a:spLocks noGrp="1"/>
          </p:cNvSpPr>
          <p:nvPr>
            <p:ph type="body" sz="half" idx="2" hasCustomPrompt="1"/>
          </p:nvPr>
        </p:nvSpPr>
        <p:spPr>
          <a:xfrm>
            <a:off x="839788" y="2353200"/>
            <a:ext cx="3932237" cy="35157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9" name="Content Placeholder 2">
            <a:extLst>
              <a:ext uri="{FF2B5EF4-FFF2-40B4-BE49-F238E27FC236}">
                <a16:creationId xmlns="" xmlns:a16="http://schemas.microsoft.com/office/drawing/2014/main" id="{9BB017D3-0E4A-43F4-BC02-DB826A7FDC3D}"/>
              </a:ext>
            </a:extLst>
          </p:cNvPr>
          <p:cNvSpPr>
            <a:spLocks noGrp="1"/>
          </p:cNvSpPr>
          <p:nvPr>
            <p:ph idx="1" hasCustomPrompt="1"/>
          </p:nvPr>
        </p:nvSpPr>
        <p:spPr>
          <a:xfrm>
            <a:off x="5180012" y="908051"/>
            <a:ext cx="6172200" cy="49577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187774161"/>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Date Placeholder 2">
            <a:extLst>
              <a:ext uri="{FF2B5EF4-FFF2-40B4-BE49-F238E27FC236}">
                <a16:creationId xmlns="" xmlns:a16="http://schemas.microsoft.com/office/drawing/2014/main" id="{E90DEAF0-9B16-4335-875E-3D5B654FA9B4}"/>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 xmlns:a16="http://schemas.microsoft.com/office/drawing/2014/main" id="{0680122F-A667-467F-9ABE-57A77934DD7D}"/>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 xmlns:a16="http://schemas.microsoft.com/office/drawing/2014/main" id="{29B5B8C5-3BA1-4EE6-9D72-5F3863E69D01}"/>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6" name="Graphic 12">
            <a:extLst>
              <a:ext uri="{FF2B5EF4-FFF2-40B4-BE49-F238E27FC236}">
                <a16:creationId xmlns="" xmlns:a16="http://schemas.microsoft.com/office/drawing/2014/main" id="{ACBF854A-65B9-4A5D-97C6-BA041A37CD22}"/>
              </a:ext>
            </a:extLst>
          </p:cNvPr>
          <p:cNvSpPr/>
          <p:nvPr userDrawn="1"/>
        </p:nvSpPr>
        <p:spPr>
          <a:xfrm>
            <a:off x="1442364" y="2135538"/>
            <a:ext cx="2727084" cy="139525"/>
          </a:xfrm>
          <a:custGeom>
            <a:avLst/>
            <a:gdLst>
              <a:gd name="connsiteX0" fmla="*/ 67167 w 2727084"/>
              <a:gd name="connsiteY0" fmla="*/ 78582 h 139525"/>
              <a:gd name="connsiteX1" fmla="*/ 12625 w 2727084"/>
              <a:gd name="connsiteY1" fmla="*/ 78582 h 139525"/>
              <a:gd name="connsiteX2" fmla="*/ 12625 w 2727084"/>
              <a:gd name="connsiteY2" fmla="*/ 65898 h 139525"/>
              <a:gd name="connsiteX3" fmla="*/ 956323 w 2727084"/>
              <a:gd name="connsiteY3" fmla="*/ 65898 h 139525"/>
              <a:gd name="connsiteX4" fmla="*/ 1151658 w 2727084"/>
              <a:gd name="connsiteY4" fmla="*/ 12625 h 139525"/>
              <a:gd name="connsiteX5" fmla="*/ 1268352 w 2727084"/>
              <a:gd name="connsiteY5" fmla="*/ 65898 h 139525"/>
              <a:gd name="connsiteX6" fmla="*/ 1297526 w 2727084"/>
              <a:gd name="connsiteY6" fmla="*/ 65898 h 139525"/>
              <a:gd name="connsiteX7" fmla="*/ 1353336 w 2727084"/>
              <a:gd name="connsiteY7" fmla="*/ 15162 h 139525"/>
              <a:gd name="connsiteX8" fmla="*/ 1409146 w 2727084"/>
              <a:gd name="connsiteY8" fmla="*/ 65898 h 139525"/>
              <a:gd name="connsiteX9" fmla="*/ 1438319 w 2727084"/>
              <a:gd name="connsiteY9" fmla="*/ 65898 h 139525"/>
              <a:gd name="connsiteX10" fmla="*/ 1555013 w 2727084"/>
              <a:gd name="connsiteY10" fmla="*/ 12625 h 139525"/>
              <a:gd name="connsiteX11" fmla="*/ 1750348 w 2727084"/>
              <a:gd name="connsiteY11" fmla="*/ 65898 h 139525"/>
              <a:gd name="connsiteX12" fmla="*/ 2723220 w 2727084"/>
              <a:gd name="connsiteY12" fmla="*/ 65898 h 139525"/>
              <a:gd name="connsiteX13" fmla="*/ 2723220 w 2727084"/>
              <a:gd name="connsiteY13" fmla="*/ 78582 h 139525"/>
              <a:gd name="connsiteX14" fmla="*/ 2630626 w 2727084"/>
              <a:gd name="connsiteY14" fmla="*/ 78582 h 139525"/>
              <a:gd name="connsiteX15" fmla="*/ 2630626 w 2727084"/>
              <a:gd name="connsiteY15" fmla="*/ 79851 h 139525"/>
              <a:gd name="connsiteX16" fmla="*/ 1901289 w 2727084"/>
              <a:gd name="connsiteY16" fmla="*/ 78582 h 139525"/>
              <a:gd name="connsiteX17" fmla="*/ 1790937 w 2727084"/>
              <a:gd name="connsiteY17" fmla="*/ 78582 h 139525"/>
              <a:gd name="connsiteX18" fmla="*/ 1553745 w 2727084"/>
              <a:gd name="connsiteY18" fmla="*/ 131855 h 139525"/>
              <a:gd name="connsiteX19" fmla="*/ 1437051 w 2727084"/>
              <a:gd name="connsiteY19" fmla="*/ 78582 h 139525"/>
              <a:gd name="connsiteX20" fmla="*/ 1407877 w 2727084"/>
              <a:gd name="connsiteY20" fmla="*/ 78582 h 139525"/>
              <a:gd name="connsiteX21" fmla="*/ 1353336 w 2727084"/>
              <a:gd name="connsiteY21" fmla="*/ 129319 h 139525"/>
              <a:gd name="connsiteX22" fmla="*/ 1297526 w 2727084"/>
              <a:gd name="connsiteY22" fmla="*/ 78582 h 139525"/>
              <a:gd name="connsiteX23" fmla="*/ 1268352 w 2727084"/>
              <a:gd name="connsiteY23" fmla="*/ 78582 h 139525"/>
              <a:gd name="connsiteX24" fmla="*/ 1151658 w 2727084"/>
              <a:gd name="connsiteY24" fmla="*/ 131855 h 139525"/>
              <a:gd name="connsiteX25" fmla="*/ 914465 w 2727084"/>
              <a:gd name="connsiteY25" fmla="*/ 78582 h 139525"/>
              <a:gd name="connsiteX26" fmla="*/ 805382 w 2727084"/>
              <a:gd name="connsiteY26" fmla="*/ 78582 h 139525"/>
              <a:gd name="connsiteX27" fmla="*/ 67167 w 2727084"/>
              <a:gd name="connsiteY27" fmla="*/ 78582 h 139525"/>
              <a:gd name="connsiteX28" fmla="*/ 67167 w 2727084"/>
              <a:gd name="connsiteY28" fmla="*/ 78582 h 13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27084" h="139525">
                <a:moveTo>
                  <a:pt x="67167" y="78582"/>
                </a:moveTo>
                <a:lnTo>
                  <a:pt x="12625" y="78582"/>
                </a:lnTo>
                <a:lnTo>
                  <a:pt x="12625" y="65898"/>
                </a:lnTo>
                <a:lnTo>
                  <a:pt x="956323" y="65898"/>
                </a:lnTo>
                <a:cubicBezTo>
                  <a:pt x="1061601" y="55751"/>
                  <a:pt x="1151658" y="12625"/>
                  <a:pt x="1151658" y="12625"/>
                </a:cubicBezTo>
                <a:cubicBezTo>
                  <a:pt x="1198589" y="48140"/>
                  <a:pt x="1241715" y="60824"/>
                  <a:pt x="1268352" y="65898"/>
                </a:cubicBezTo>
                <a:lnTo>
                  <a:pt x="1297526" y="65898"/>
                </a:lnTo>
                <a:cubicBezTo>
                  <a:pt x="1303868" y="24041"/>
                  <a:pt x="1336846" y="15162"/>
                  <a:pt x="1353336" y="15162"/>
                </a:cubicBezTo>
                <a:cubicBezTo>
                  <a:pt x="1369825" y="15162"/>
                  <a:pt x="1402804" y="24041"/>
                  <a:pt x="1409146" y="65898"/>
                </a:cubicBezTo>
                <a:lnTo>
                  <a:pt x="1438319" y="65898"/>
                </a:lnTo>
                <a:cubicBezTo>
                  <a:pt x="1464956" y="60824"/>
                  <a:pt x="1508082" y="46872"/>
                  <a:pt x="1555013" y="12625"/>
                </a:cubicBezTo>
                <a:cubicBezTo>
                  <a:pt x="1555013" y="12625"/>
                  <a:pt x="1645070" y="55751"/>
                  <a:pt x="1750348" y="65898"/>
                </a:cubicBezTo>
                <a:lnTo>
                  <a:pt x="2723220" y="65898"/>
                </a:lnTo>
                <a:lnTo>
                  <a:pt x="2723220" y="78582"/>
                </a:lnTo>
                <a:lnTo>
                  <a:pt x="2630626" y="78582"/>
                </a:lnTo>
                <a:lnTo>
                  <a:pt x="2630626" y="79851"/>
                </a:lnTo>
                <a:lnTo>
                  <a:pt x="1901289" y="78582"/>
                </a:lnTo>
                <a:lnTo>
                  <a:pt x="1790937" y="78582"/>
                </a:lnTo>
                <a:cubicBezTo>
                  <a:pt x="1670438" y="79851"/>
                  <a:pt x="1553745" y="131855"/>
                  <a:pt x="1553745" y="131855"/>
                </a:cubicBezTo>
                <a:cubicBezTo>
                  <a:pt x="1506813" y="96340"/>
                  <a:pt x="1463687" y="83656"/>
                  <a:pt x="1437051" y="78582"/>
                </a:cubicBezTo>
                <a:lnTo>
                  <a:pt x="1407877" y="78582"/>
                </a:lnTo>
                <a:cubicBezTo>
                  <a:pt x="1401535" y="119171"/>
                  <a:pt x="1369825" y="129319"/>
                  <a:pt x="1353336" y="129319"/>
                </a:cubicBezTo>
                <a:cubicBezTo>
                  <a:pt x="1336846" y="129319"/>
                  <a:pt x="1303868" y="121708"/>
                  <a:pt x="1297526" y="78582"/>
                </a:cubicBezTo>
                <a:lnTo>
                  <a:pt x="1268352" y="78582"/>
                </a:lnTo>
                <a:cubicBezTo>
                  <a:pt x="1241715" y="83656"/>
                  <a:pt x="1198589" y="97608"/>
                  <a:pt x="1151658" y="131855"/>
                </a:cubicBezTo>
                <a:cubicBezTo>
                  <a:pt x="1151658" y="131855"/>
                  <a:pt x="1036233" y="79851"/>
                  <a:pt x="914465" y="78582"/>
                </a:cubicBezTo>
                <a:lnTo>
                  <a:pt x="805382" y="78582"/>
                </a:lnTo>
                <a:lnTo>
                  <a:pt x="67167" y="78582"/>
                </a:lnTo>
                <a:lnTo>
                  <a:pt x="67167" y="78582"/>
                </a:lnTo>
                <a:close/>
              </a:path>
            </a:pathLst>
          </a:custGeom>
          <a:solidFill>
            <a:schemeClr val="bg2"/>
          </a:solidFill>
          <a:ln w="12641" cap="flat">
            <a:noFill/>
            <a:prstDash val="solid"/>
            <a:miter/>
          </a:ln>
        </p:spPr>
        <p:txBody>
          <a:bodyPr rtlCol="0" anchor="ctr"/>
          <a:lstStyle/>
          <a:p>
            <a:endParaRPr lang="en-US" noProof="0" dirty="0"/>
          </a:p>
        </p:txBody>
      </p:sp>
      <p:sp>
        <p:nvSpPr>
          <p:cNvPr id="7" name="Title 1">
            <a:extLst>
              <a:ext uri="{FF2B5EF4-FFF2-40B4-BE49-F238E27FC236}">
                <a16:creationId xmlns="" xmlns:a16="http://schemas.microsoft.com/office/drawing/2014/main" id="{C3E8E02D-385B-477A-BAE1-4A97C6E9D720}"/>
              </a:ext>
            </a:extLst>
          </p:cNvPr>
          <p:cNvSpPr>
            <a:spLocks noGrp="1"/>
          </p:cNvSpPr>
          <p:nvPr>
            <p:ph type="title"/>
          </p:nvPr>
        </p:nvSpPr>
        <p:spPr>
          <a:xfrm>
            <a:off x="839788" y="908050"/>
            <a:ext cx="3932237" cy="1149350"/>
          </a:xfrm>
        </p:spPr>
        <p:txBody>
          <a:bodyPr anchor="b"/>
          <a:lstStyle>
            <a:lvl1pPr>
              <a:defRPr sz="3200"/>
            </a:lvl1pPr>
          </a:lstStyle>
          <a:p>
            <a:r>
              <a:rPr lang="en-US" noProof="0"/>
              <a:t>Click to edit Master title style</a:t>
            </a:r>
          </a:p>
        </p:txBody>
      </p:sp>
      <p:sp>
        <p:nvSpPr>
          <p:cNvPr id="8" name="Text Placeholder 3">
            <a:extLst>
              <a:ext uri="{FF2B5EF4-FFF2-40B4-BE49-F238E27FC236}">
                <a16:creationId xmlns="" xmlns:a16="http://schemas.microsoft.com/office/drawing/2014/main" id="{E6CA7378-0B2D-435D-B34B-744CA89114AF}"/>
              </a:ext>
            </a:extLst>
          </p:cNvPr>
          <p:cNvSpPr>
            <a:spLocks noGrp="1"/>
          </p:cNvSpPr>
          <p:nvPr>
            <p:ph type="body" sz="half" idx="2" hasCustomPrompt="1"/>
          </p:nvPr>
        </p:nvSpPr>
        <p:spPr>
          <a:xfrm>
            <a:off x="839788" y="2353200"/>
            <a:ext cx="3932237" cy="35157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9" name="Picture Placeholder 2">
            <a:extLst>
              <a:ext uri="{FF2B5EF4-FFF2-40B4-BE49-F238E27FC236}">
                <a16:creationId xmlns="" xmlns:a16="http://schemas.microsoft.com/office/drawing/2014/main" id="{9A7D37A5-CD8F-499C-BFFD-2D0EB08556C3}"/>
              </a:ext>
            </a:extLst>
          </p:cNvPr>
          <p:cNvSpPr>
            <a:spLocks noGrp="1"/>
          </p:cNvSpPr>
          <p:nvPr>
            <p:ph type="pic" idx="1"/>
          </p:nvPr>
        </p:nvSpPr>
        <p:spPr>
          <a:xfrm>
            <a:off x="5183188" y="908051"/>
            <a:ext cx="6172200" cy="4953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Tree>
    <p:extLst>
      <p:ext uri="{BB962C8B-B14F-4D97-AF65-F5344CB8AC3E}">
        <p14:creationId xmlns:p14="http://schemas.microsoft.com/office/powerpoint/2010/main" val="818245478"/>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023336D-E3BE-45DB-B625-753732F9F7F0}"/>
              </a:ext>
            </a:extLst>
          </p:cNvPr>
          <p:cNvSpPr>
            <a:spLocks noGrp="1"/>
          </p:cNvSpPr>
          <p:nvPr>
            <p:ph type="title"/>
          </p:nvPr>
        </p:nvSpPr>
        <p:spPr/>
        <p:txBody>
          <a:bodyPr/>
          <a:lstStyle/>
          <a:p>
            <a:r>
              <a:rPr lang="en-US" noProof="0"/>
              <a:t>Click to edit Master title style</a:t>
            </a:r>
          </a:p>
        </p:txBody>
      </p:sp>
      <p:sp>
        <p:nvSpPr>
          <p:cNvPr id="3" name="Date Placeholder 2">
            <a:extLst>
              <a:ext uri="{FF2B5EF4-FFF2-40B4-BE49-F238E27FC236}">
                <a16:creationId xmlns="" xmlns:a16="http://schemas.microsoft.com/office/drawing/2014/main" id="{54C2EC4E-2A4D-4B8B-8C10-D8F4A649E564}"/>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 xmlns:a16="http://schemas.microsoft.com/office/drawing/2014/main" id="{A7027D07-F714-4E3C-97FC-7AB8C42FA927}"/>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 xmlns:a16="http://schemas.microsoft.com/office/drawing/2014/main" id="{ADE3BA64-4F34-452B-AA1F-BB90A0F05EFD}"/>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Tree>
    <p:extLst>
      <p:ext uri="{BB962C8B-B14F-4D97-AF65-F5344CB8AC3E}">
        <p14:creationId xmlns:p14="http://schemas.microsoft.com/office/powerpoint/2010/main" val="1156773730"/>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FD57916-404D-41BC-B080-9B6CBA9F95C2}"/>
              </a:ext>
            </a:extLst>
          </p:cNvPr>
          <p:cNvSpPr>
            <a:spLocks noGrp="1"/>
          </p:cNvSpPr>
          <p:nvPr>
            <p:ph type="title"/>
          </p:nvPr>
        </p:nvSpPr>
        <p:spPr/>
        <p:txBody>
          <a:bodyPr/>
          <a:lstStyle/>
          <a:p>
            <a:r>
              <a:rPr lang="en-US" noProof="0"/>
              <a:t>Click to edit Master title style</a:t>
            </a:r>
          </a:p>
        </p:txBody>
      </p:sp>
      <p:sp>
        <p:nvSpPr>
          <p:cNvPr id="3" name="Date Placeholder 2">
            <a:extLst>
              <a:ext uri="{FF2B5EF4-FFF2-40B4-BE49-F238E27FC236}">
                <a16:creationId xmlns="" xmlns:a16="http://schemas.microsoft.com/office/drawing/2014/main" id="{F920C85E-02E3-4F3E-8E6F-4467C6127090}"/>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 xmlns:a16="http://schemas.microsoft.com/office/drawing/2014/main" id="{952F5317-A8A3-406A-96EA-4BB58C35AFB2}"/>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 xmlns:a16="http://schemas.microsoft.com/office/drawing/2014/main" id="{5B2A1141-BD97-42C5-A257-A2C0668A1BA8}"/>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Tree>
    <p:extLst>
      <p:ext uri="{BB962C8B-B14F-4D97-AF65-F5344CB8AC3E}">
        <p14:creationId xmlns:p14="http://schemas.microsoft.com/office/powerpoint/2010/main" val="3840421083"/>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Manual">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3" name="Text Placeholder 21">
            <a:extLst>
              <a:ext uri="{FF2B5EF4-FFF2-40B4-BE49-F238E27FC236}">
                <a16:creationId xmlns="" xmlns:a16="http://schemas.microsoft.com/office/drawing/2014/main" id="{F27BBFB4-84C4-42C9-9CB3-DFD801CEBF70}"/>
              </a:ext>
            </a:extLst>
          </p:cNvPr>
          <p:cNvSpPr>
            <a:spLocks noGrp="1"/>
          </p:cNvSpPr>
          <p:nvPr>
            <p:ph type="body" sz="quarter" idx="10" hasCustomPrompt="1"/>
          </p:nvPr>
        </p:nvSpPr>
        <p:spPr>
          <a:xfrm>
            <a:off x="679116" y="1815793"/>
            <a:ext cx="882686" cy="1092200"/>
          </a:xfrm>
        </p:spPr>
        <p:txBody>
          <a:bodyPr lIns="0" tIns="0" rIns="0" bIns="0">
            <a:noAutofit/>
          </a:bodyPr>
          <a:lstStyle>
            <a:lvl1pPr marL="0" indent="0">
              <a:buNone/>
              <a:defRPr sz="10000" b="1">
                <a:solidFill>
                  <a:schemeClr val="bg2"/>
                </a:solidFill>
                <a:latin typeface="+mj-lt"/>
              </a:defRPr>
            </a:lvl1pPr>
          </a:lstStyle>
          <a:p>
            <a:pPr lvl="0"/>
            <a:r>
              <a:rPr lang="en-US" noProof="0"/>
              <a:t>1</a:t>
            </a:r>
          </a:p>
        </p:txBody>
      </p:sp>
      <p:sp>
        <p:nvSpPr>
          <p:cNvPr id="26" name="Text Placeholder 24">
            <a:extLst>
              <a:ext uri="{FF2B5EF4-FFF2-40B4-BE49-F238E27FC236}">
                <a16:creationId xmlns="" xmlns:a16="http://schemas.microsoft.com/office/drawing/2014/main" id="{C8BBE7AC-17E7-4828-A40C-39EED5284E6D}"/>
              </a:ext>
            </a:extLst>
          </p:cNvPr>
          <p:cNvSpPr>
            <a:spLocks noGrp="1"/>
          </p:cNvSpPr>
          <p:nvPr>
            <p:ph type="body" sz="quarter" idx="11" hasCustomPrompt="1"/>
          </p:nvPr>
        </p:nvSpPr>
        <p:spPr>
          <a:xfrm>
            <a:off x="1394409" y="1920003"/>
            <a:ext cx="3103110" cy="1032355"/>
          </a:xfrm>
        </p:spPr>
        <p:txBody>
          <a:bodyPr>
            <a:noAutofit/>
          </a:bodyPr>
          <a:lstStyle>
            <a:lvl1pPr marL="0" indent="0">
              <a:lnSpc>
                <a:spcPct val="75000"/>
              </a:lnSpc>
              <a:spcBef>
                <a:spcPts val="600"/>
              </a:spcBef>
              <a:buNone/>
              <a:defRPr sz="4000" b="0">
                <a:solidFill>
                  <a:schemeClr val="tx2"/>
                </a:solidFill>
                <a:latin typeface="+mj-lt"/>
              </a:defRPr>
            </a:lvl1pPr>
          </a:lstStyle>
          <a:p>
            <a:pPr lvl="0"/>
            <a:r>
              <a:rPr lang="en-US" noProof="0"/>
              <a:t>Edit Master text styles</a:t>
            </a:r>
          </a:p>
        </p:txBody>
      </p:sp>
      <p:sp>
        <p:nvSpPr>
          <p:cNvPr id="33" name="Text Placeholder 21">
            <a:extLst>
              <a:ext uri="{FF2B5EF4-FFF2-40B4-BE49-F238E27FC236}">
                <a16:creationId xmlns="" xmlns:a16="http://schemas.microsoft.com/office/drawing/2014/main" id="{FC1057E8-2611-45B5-913B-82D301FE8A86}"/>
              </a:ext>
            </a:extLst>
          </p:cNvPr>
          <p:cNvSpPr>
            <a:spLocks noGrp="1"/>
          </p:cNvSpPr>
          <p:nvPr>
            <p:ph type="body" sz="quarter" idx="12" hasCustomPrompt="1"/>
          </p:nvPr>
        </p:nvSpPr>
        <p:spPr>
          <a:xfrm>
            <a:off x="4772516" y="1815793"/>
            <a:ext cx="882686" cy="1092200"/>
          </a:xfrm>
        </p:spPr>
        <p:txBody>
          <a:bodyPr lIns="0" tIns="0" rIns="0" bIns="0">
            <a:noAutofit/>
          </a:bodyPr>
          <a:lstStyle>
            <a:lvl1pPr marL="0" indent="0">
              <a:buNone/>
              <a:defRPr sz="10000" b="1">
                <a:solidFill>
                  <a:schemeClr val="bg2"/>
                </a:solidFill>
                <a:latin typeface="+mj-lt"/>
              </a:defRPr>
            </a:lvl1pPr>
          </a:lstStyle>
          <a:p>
            <a:pPr lvl="0"/>
            <a:r>
              <a:rPr lang="en-US" noProof="0"/>
              <a:t>2</a:t>
            </a:r>
          </a:p>
        </p:txBody>
      </p:sp>
      <p:sp>
        <p:nvSpPr>
          <p:cNvPr id="34" name="Text Placeholder 24">
            <a:extLst>
              <a:ext uri="{FF2B5EF4-FFF2-40B4-BE49-F238E27FC236}">
                <a16:creationId xmlns="" xmlns:a16="http://schemas.microsoft.com/office/drawing/2014/main" id="{A65257E6-B10F-49C0-862A-53648E3F2D0B}"/>
              </a:ext>
            </a:extLst>
          </p:cNvPr>
          <p:cNvSpPr>
            <a:spLocks noGrp="1"/>
          </p:cNvSpPr>
          <p:nvPr>
            <p:ph type="body" sz="quarter" idx="13" hasCustomPrompt="1"/>
          </p:nvPr>
        </p:nvSpPr>
        <p:spPr>
          <a:xfrm>
            <a:off x="5558149" y="1920003"/>
            <a:ext cx="2243918" cy="1032355"/>
          </a:xfrm>
        </p:spPr>
        <p:txBody>
          <a:bodyPr>
            <a:noAutofit/>
          </a:bodyPr>
          <a:lstStyle>
            <a:lvl1pPr marL="0" indent="0">
              <a:lnSpc>
                <a:spcPct val="75000"/>
              </a:lnSpc>
              <a:spcBef>
                <a:spcPts val="600"/>
              </a:spcBef>
              <a:buNone/>
              <a:defRPr sz="4000" b="0">
                <a:solidFill>
                  <a:schemeClr val="tx2"/>
                </a:solidFill>
                <a:latin typeface="+mj-lt"/>
              </a:defRPr>
            </a:lvl1pPr>
          </a:lstStyle>
          <a:p>
            <a:pPr lvl="0"/>
            <a:r>
              <a:rPr lang="en-US" noProof="0"/>
              <a:t>Edit Master text styles</a:t>
            </a:r>
          </a:p>
        </p:txBody>
      </p:sp>
      <p:sp>
        <p:nvSpPr>
          <p:cNvPr id="37" name="Text Placeholder 21">
            <a:extLst>
              <a:ext uri="{FF2B5EF4-FFF2-40B4-BE49-F238E27FC236}">
                <a16:creationId xmlns="" xmlns:a16="http://schemas.microsoft.com/office/drawing/2014/main" id="{83A147CC-1513-463A-8B07-CC14AEC845D9}"/>
              </a:ext>
            </a:extLst>
          </p:cNvPr>
          <p:cNvSpPr>
            <a:spLocks noGrp="1"/>
          </p:cNvSpPr>
          <p:nvPr>
            <p:ph type="body" sz="quarter" idx="14" hasCustomPrompt="1"/>
          </p:nvPr>
        </p:nvSpPr>
        <p:spPr>
          <a:xfrm>
            <a:off x="7858629" y="1833572"/>
            <a:ext cx="882686" cy="1092200"/>
          </a:xfrm>
        </p:spPr>
        <p:txBody>
          <a:bodyPr lIns="0" tIns="0" rIns="0" bIns="0">
            <a:noAutofit/>
          </a:bodyPr>
          <a:lstStyle>
            <a:lvl1pPr marL="0" indent="0">
              <a:buNone/>
              <a:defRPr sz="10000" b="1">
                <a:solidFill>
                  <a:schemeClr val="bg2"/>
                </a:solidFill>
                <a:latin typeface="+mj-lt"/>
              </a:defRPr>
            </a:lvl1pPr>
          </a:lstStyle>
          <a:p>
            <a:pPr lvl="0"/>
            <a:r>
              <a:rPr lang="en-US" noProof="0"/>
              <a:t>3</a:t>
            </a:r>
          </a:p>
        </p:txBody>
      </p:sp>
      <p:sp>
        <p:nvSpPr>
          <p:cNvPr id="38" name="Text Placeholder 24">
            <a:extLst>
              <a:ext uri="{FF2B5EF4-FFF2-40B4-BE49-F238E27FC236}">
                <a16:creationId xmlns="" xmlns:a16="http://schemas.microsoft.com/office/drawing/2014/main" id="{BCE98261-6A42-49F1-B208-2E6C24DFCF83}"/>
              </a:ext>
            </a:extLst>
          </p:cNvPr>
          <p:cNvSpPr>
            <a:spLocks noGrp="1"/>
          </p:cNvSpPr>
          <p:nvPr>
            <p:ph type="body" sz="quarter" idx="15" hasCustomPrompt="1"/>
          </p:nvPr>
        </p:nvSpPr>
        <p:spPr>
          <a:xfrm>
            <a:off x="8644262" y="1937782"/>
            <a:ext cx="2959116" cy="1032355"/>
          </a:xfrm>
        </p:spPr>
        <p:txBody>
          <a:bodyPr>
            <a:noAutofit/>
          </a:bodyPr>
          <a:lstStyle>
            <a:lvl1pPr marL="0" indent="0">
              <a:lnSpc>
                <a:spcPct val="75000"/>
              </a:lnSpc>
              <a:spcBef>
                <a:spcPts val="600"/>
              </a:spcBef>
              <a:buNone/>
              <a:defRPr sz="4000" b="0">
                <a:solidFill>
                  <a:schemeClr val="tx2"/>
                </a:solidFill>
                <a:latin typeface="+mj-lt"/>
              </a:defRPr>
            </a:lvl1pPr>
          </a:lstStyle>
          <a:p>
            <a:pPr lvl="0"/>
            <a:r>
              <a:rPr lang="en-US" noProof="0"/>
              <a:t>Edit Master text styles</a:t>
            </a:r>
          </a:p>
        </p:txBody>
      </p:sp>
      <p:sp>
        <p:nvSpPr>
          <p:cNvPr id="40" name="Text Placeholder 24">
            <a:extLst>
              <a:ext uri="{FF2B5EF4-FFF2-40B4-BE49-F238E27FC236}">
                <a16:creationId xmlns="" xmlns:a16="http://schemas.microsoft.com/office/drawing/2014/main" id="{937F4311-EBEC-44E3-8542-07503B54D770}"/>
              </a:ext>
            </a:extLst>
          </p:cNvPr>
          <p:cNvSpPr>
            <a:spLocks noGrp="1"/>
          </p:cNvSpPr>
          <p:nvPr>
            <p:ph type="body" sz="quarter" idx="16" hasCustomPrompt="1"/>
          </p:nvPr>
        </p:nvSpPr>
        <p:spPr>
          <a:xfrm>
            <a:off x="891723" y="3007741"/>
            <a:ext cx="1698625" cy="800100"/>
          </a:xfrm>
        </p:spPr>
        <p:txBody>
          <a:bodyPr>
            <a:normAutofit/>
          </a:bodyPr>
          <a:lstStyle>
            <a:lvl1pPr marL="0" indent="0">
              <a:buNone/>
              <a:defRPr sz="1600" b="0">
                <a:solidFill>
                  <a:schemeClr val="tx1">
                    <a:lumMod val="75000"/>
                    <a:lumOff val="25000"/>
                  </a:schemeClr>
                </a:solidFill>
                <a:latin typeface="+mn-lt"/>
              </a:defRPr>
            </a:lvl1pPr>
          </a:lstStyle>
          <a:p>
            <a:pPr lvl="0"/>
            <a:r>
              <a:rPr lang="en-US" noProof="0"/>
              <a:t>Edit Master text styles</a:t>
            </a:r>
          </a:p>
        </p:txBody>
      </p:sp>
      <p:sp>
        <p:nvSpPr>
          <p:cNvPr id="43" name="Text Placeholder 24">
            <a:extLst>
              <a:ext uri="{FF2B5EF4-FFF2-40B4-BE49-F238E27FC236}">
                <a16:creationId xmlns="" xmlns:a16="http://schemas.microsoft.com/office/drawing/2014/main" id="{FED4B056-A42A-4115-B98D-177B9AFDABFE}"/>
              </a:ext>
            </a:extLst>
          </p:cNvPr>
          <p:cNvSpPr>
            <a:spLocks noGrp="1"/>
          </p:cNvSpPr>
          <p:nvPr>
            <p:ph type="body" sz="quarter" idx="17" hasCustomPrompt="1"/>
          </p:nvPr>
        </p:nvSpPr>
        <p:spPr>
          <a:xfrm>
            <a:off x="2590348" y="3007741"/>
            <a:ext cx="1698625" cy="800100"/>
          </a:xfrm>
        </p:spPr>
        <p:txBody>
          <a:bodyPr>
            <a:normAutofit/>
          </a:bodyPr>
          <a:lstStyle>
            <a:lvl1pPr marL="0" indent="0">
              <a:buNone/>
              <a:defRPr sz="1600" b="0">
                <a:solidFill>
                  <a:schemeClr val="tx1">
                    <a:lumMod val="75000"/>
                    <a:lumOff val="25000"/>
                  </a:schemeClr>
                </a:solidFill>
                <a:latin typeface="+mn-lt"/>
              </a:defRPr>
            </a:lvl1pPr>
          </a:lstStyle>
          <a:p>
            <a:pPr lvl="0"/>
            <a:r>
              <a:rPr lang="en-US" noProof="0"/>
              <a:t>Edit Master text styles</a:t>
            </a:r>
          </a:p>
        </p:txBody>
      </p:sp>
      <p:sp>
        <p:nvSpPr>
          <p:cNvPr id="45" name="Text Placeholder 24">
            <a:extLst>
              <a:ext uri="{FF2B5EF4-FFF2-40B4-BE49-F238E27FC236}">
                <a16:creationId xmlns="" xmlns:a16="http://schemas.microsoft.com/office/drawing/2014/main" id="{2D359611-5488-43D7-A2A6-E60DB2E1D872}"/>
              </a:ext>
            </a:extLst>
          </p:cNvPr>
          <p:cNvSpPr>
            <a:spLocks noGrp="1"/>
          </p:cNvSpPr>
          <p:nvPr>
            <p:ph type="body" sz="quarter" idx="18" hasCustomPrompt="1"/>
          </p:nvPr>
        </p:nvSpPr>
        <p:spPr>
          <a:xfrm>
            <a:off x="4794793" y="3007741"/>
            <a:ext cx="1698625" cy="800100"/>
          </a:xfrm>
        </p:spPr>
        <p:txBody>
          <a:bodyPr>
            <a:normAutofit/>
          </a:bodyPr>
          <a:lstStyle>
            <a:lvl1pPr marL="0" indent="0">
              <a:buNone/>
              <a:defRPr sz="1600" b="0">
                <a:solidFill>
                  <a:schemeClr val="tx1">
                    <a:lumMod val="75000"/>
                    <a:lumOff val="25000"/>
                  </a:schemeClr>
                </a:solidFill>
                <a:latin typeface="+mn-lt"/>
              </a:defRPr>
            </a:lvl1pPr>
          </a:lstStyle>
          <a:p>
            <a:pPr lvl="0"/>
            <a:r>
              <a:rPr lang="en-US" noProof="0"/>
              <a:t>Edit Master text styles</a:t>
            </a:r>
          </a:p>
        </p:txBody>
      </p:sp>
      <p:sp>
        <p:nvSpPr>
          <p:cNvPr id="46" name="Text Placeholder 24">
            <a:extLst>
              <a:ext uri="{FF2B5EF4-FFF2-40B4-BE49-F238E27FC236}">
                <a16:creationId xmlns="" xmlns:a16="http://schemas.microsoft.com/office/drawing/2014/main" id="{F2182E7C-B18B-4F73-B0D1-86196D992B18}"/>
              </a:ext>
            </a:extLst>
          </p:cNvPr>
          <p:cNvSpPr>
            <a:spLocks noGrp="1"/>
          </p:cNvSpPr>
          <p:nvPr>
            <p:ph type="body" sz="quarter" idx="19" hasCustomPrompt="1"/>
          </p:nvPr>
        </p:nvSpPr>
        <p:spPr>
          <a:xfrm>
            <a:off x="7876955" y="3006198"/>
            <a:ext cx="3726423" cy="800100"/>
          </a:xfrm>
        </p:spPr>
        <p:txBody>
          <a:bodyPr>
            <a:normAutofit/>
          </a:bodyPr>
          <a:lstStyle>
            <a:lvl1pPr marL="0" indent="0">
              <a:buNone/>
              <a:defRPr sz="1600" b="0">
                <a:solidFill>
                  <a:schemeClr val="tx1">
                    <a:lumMod val="75000"/>
                    <a:lumOff val="25000"/>
                  </a:schemeClr>
                </a:solidFill>
                <a:latin typeface="+mn-lt"/>
              </a:defRPr>
            </a:lvl1pPr>
          </a:lstStyle>
          <a:p>
            <a:pPr lvl="0"/>
            <a:r>
              <a:rPr lang="en-US" noProof="0"/>
              <a:t>Edit Master text styles</a:t>
            </a:r>
          </a:p>
        </p:txBody>
      </p:sp>
      <p:sp>
        <p:nvSpPr>
          <p:cNvPr id="48" name="Text Placeholder 24">
            <a:extLst>
              <a:ext uri="{FF2B5EF4-FFF2-40B4-BE49-F238E27FC236}">
                <a16:creationId xmlns="" xmlns:a16="http://schemas.microsoft.com/office/drawing/2014/main" id="{3D51A445-889E-44A8-AF12-58BC161D148C}"/>
              </a:ext>
            </a:extLst>
          </p:cNvPr>
          <p:cNvSpPr>
            <a:spLocks noGrp="1"/>
          </p:cNvSpPr>
          <p:nvPr>
            <p:ph type="body" sz="quarter" idx="20" hasCustomPrompt="1"/>
          </p:nvPr>
        </p:nvSpPr>
        <p:spPr>
          <a:xfrm>
            <a:off x="1657040" y="5751926"/>
            <a:ext cx="8877920" cy="470478"/>
          </a:xfrm>
        </p:spPr>
        <p:txBody>
          <a:bodyPr>
            <a:normAutofit/>
          </a:bodyPr>
          <a:lstStyle>
            <a:lvl1pPr marL="0" indent="0" algn="ctr">
              <a:buNone/>
              <a:defRPr sz="1600" b="0">
                <a:solidFill>
                  <a:schemeClr val="accent3"/>
                </a:solidFill>
                <a:latin typeface="+mn-lt"/>
              </a:defRPr>
            </a:lvl1pPr>
          </a:lstStyle>
          <a:p>
            <a:pPr lvl="0"/>
            <a:r>
              <a:rPr lang="en-US" noProof="0"/>
              <a:t>Edit Master text styles</a:t>
            </a:r>
          </a:p>
        </p:txBody>
      </p:sp>
      <p:sp>
        <p:nvSpPr>
          <p:cNvPr id="49" name="Text Placeholder 24">
            <a:extLst>
              <a:ext uri="{FF2B5EF4-FFF2-40B4-BE49-F238E27FC236}">
                <a16:creationId xmlns="" xmlns:a16="http://schemas.microsoft.com/office/drawing/2014/main" id="{358BC44E-644D-4E21-A055-1178CD0D2698}"/>
              </a:ext>
            </a:extLst>
          </p:cNvPr>
          <p:cNvSpPr>
            <a:spLocks noGrp="1"/>
          </p:cNvSpPr>
          <p:nvPr>
            <p:ph type="body" sz="quarter" idx="21" hasCustomPrompt="1"/>
          </p:nvPr>
        </p:nvSpPr>
        <p:spPr>
          <a:xfrm>
            <a:off x="4794791" y="4974002"/>
            <a:ext cx="2599199" cy="800100"/>
          </a:xfrm>
        </p:spPr>
        <p:txBody>
          <a:bodyPr>
            <a:normAutofit/>
          </a:bodyPr>
          <a:lstStyle>
            <a:lvl1pPr marL="0" indent="0">
              <a:buNone/>
              <a:defRPr sz="1600" b="0">
                <a:solidFill>
                  <a:schemeClr val="accent1"/>
                </a:solidFill>
                <a:latin typeface="+mn-lt"/>
              </a:defRPr>
            </a:lvl1pPr>
          </a:lstStyle>
          <a:p>
            <a:pPr lvl="0"/>
            <a:r>
              <a:rPr lang="en-US" noProof="0"/>
              <a:t>Edit Master text styles</a:t>
            </a:r>
          </a:p>
        </p:txBody>
      </p:sp>
      <p:sp>
        <p:nvSpPr>
          <p:cNvPr id="50" name="Text Placeholder 24">
            <a:extLst>
              <a:ext uri="{FF2B5EF4-FFF2-40B4-BE49-F238E27FC236}">
                <a16:creationId xmlns="" xmlns:a16="http://schemas.microsoft.com/office/drawing/2014/main" id="{32C60917-FE9C-4C02-976E-9F4DF95F1614}"/>
              </a:ext>
            </a:extLst>
          </p:cNvPr>
          <p:cNvSpPr>
            <a:spLocks noGrp="1"/>
          </p:cNvSpPr>
          <p:nvPr>
            <p:ph type="body" sz="quarter" idx="22" hasCustomPrompt="1"/>
          </p:nvPr>
        </p:nvSpPr>
        <p:spPr>
          <a:xfrm>
            <a:off x="7890713" y="4974002"/>
            <a:ext cx="3712665" cy="800100"/>
          </a:xfrm>
        </p:spPr>
        <p:txBody>
          <a:bodyPr>
            <a:normAutofit/>
          </a:bodyPr>
          <a:lstStyle>
            <a:lvl1pPr marL="0" indent="0">
              <a:buNone/>
              <a:defRPr sz="1600" b="0">
                <a:solidFill>
                  <a:schemeClr val="accent1"/>
                </a:solidFill>
                <a:latin typeface="+mn-lt"/>
              </a:defRPr>
            </a:lvl1pPr>
          </a:lstStyle>
          <a:p>
            <a:pPr lvl="0"/>
            <a:r>
              <a:rPr lang="en-US" noProof="0"/>
              <a:t>Edit Master text styles</a:t>
            </a:r>
          </a:p>
        </p:txBody>
      </p:sp>
      <p:sp>
        <p:nvSpPr>
          <p:cNvPr id="55" name="Picture Placeholder 12">
            <a:extLst>
              <a:ext uri="{FF2B5EF4-FFF2-40B4-BE49-F238E27FC236}">
                <a16:creationId xmlns="" xmlns:a16="http://schemas.microsoft.com/office/drawing/2014/main" id="{2535BC4C-3D36-473A-B9EF-EC6F3BA67113}"/>
              </a:ext>
            </a:extLst>
          </p:cNvPr>
          <p:cNvSpPr>
            <a:spLocks noGrp="1"/>
          </p:cNvSpPr>
          <p:nvPr>
            <p:ph type="pic" sz="quarter" idx="37"/>
          </p:nvPr>
        </p:nvSpPr>
        <p:spPr>
          <a:xfrm>
            <a:off x="891723" y="3880614"/>
            <a:ext cx="1636776" cy="1618488"/>
          </a:xfrm>
        </p:spPr>
        <p:txBody>
          <a:bodyPr anchor="ctr" anchorCtr="0">
            <a:noAutofit/>
          </a:bodyPr>
          <a:lstStyle>
            <a:lvl1pPr marL="0" indent="0" algn="ctr">
              <a:buNone/>
              <a:defRPr sz="1400">
                <a:solidFill>
                  <a:schemeClr val="tx1">
                    <a:lumMod val="75000"/>
                    <a:lumOff val="25000"/>
                  </a:schemeClr>
                </a:solidFill>
              </a:defRPr>
            </a:lvl1pPr>
          </a:lstStyle>
          <a:p>
            <a:r>
              <a:rPr lang="en-US" noProof="0"/>
              <a:t>Click icon to add picture</a:t>
            </a:r>
            <a:endParaRPr lang="en-US" noProof="0" dirty="0"/>
          </a:p>
        </p:txBody>
      </p:sp>
      <p:sp>
        <p:nvSpPr>
          <p:cNvPr id="56" name="Picture Placeholder 12">
            <a:extLst>
              <a:ext uri="{FF2B5EF4-FFF2-40B4-BE49-F238E27FC236}">
                <a16:creationId xmlns="" xmlns:a16="http://schemas.microsoft.com/office/drawing/2014/main" id="{A1E61843-0C1E-4581-98C1-C9247F7043AC}"/>
              </a:ext>
            </a:extLst>
          </p:cNvPr>
          <p:cNvSpPr>
            <a:spLocks noGrp="1"/>
          </p:cNvSpPr>
          <p:nvPr>
            <p:ph type="pic" sz="quarter" idx="38"/>
          </p:nvPr>
        </p:nvSpPr>
        <p:spPr>
          <a:xfrm>
            <a:off x="2590348" y="3880614"/>
            <a:ext cx="1636776" cy="1618488"/>
          </a:xfrm>
        </p:spPr>
        <p:txBody>
          <a:bodyPr anchor="ctr" anchorCtr="0">
            <a:noAutofit/>
          </a:bodyPr>
          <a:lstStyle>
            <a:lvl1pPr marL="0" indent="0" algn="ctr">
              <a:buNone/>
              <a:defRPr sz="1400">
                <a:solidFill>
                  <a:schemeClr val="tx1">
                    <a:lumMod val="75000"/>
                    <a:lumOff val="25000"/>
                  </a:schemeClr>
                </a:solidFill>
              </a:defRPr>
            </a:lvl1pPr>
          </a:lstStyle>
          <a:p>
            <a:r>
              <a:rPr lang="en-US" noProof="0"/>
              <a:t>Click icon to add picture</a:t>
            </a:r>
            <a:endParaRPr lang="en-US" noProof="0" dirty="0"/>
          </a:p>
        </p:txBody>
      </p:sp>
      <p:sp>
        <p:nvSpPr>
          <p:cNvPr id="57" name="Picture Placeholder 12">
            <a:extLst>
              <a:ext uri="{FF2B5EF4-FFF2-40B4-BE49-F238E27FC236}">
                <a16:creationId xmlns="" xmlns:a16="http://schemas.microsoft.com/office/drawing/2014/main" id="{F3B39F0E-B245-4510-8C07-0EC29B83F1BA}"/>
              </a:ext>
            </a:extLst>
          </p:cNvPr>
          <p:cNvSpPr>
            <a:spLocks noGrp="1"/>
          </p:cNvSpPr>
          <p:nvPr>
            <p:ph type="pic" sz="quarter" idx="43"/>
          </p:nvPr>
        </p:nvSpPr>
        <p:spPr>
          <a:xfrm>
            <a:off x="4794792" y="3944782"/>
            <a:ext cx="2599199" cy="896112"/>
          </a:xfrm>
        </p:spPr>
        <p:txBody>
          <a:bodyPr anchor="ctr" anchorCtr="0">
            <a:noAutofit/>
          </a:bodyPr>
          <a:lstStyle>
            <a:lvl1pPr marL="0" indent="0" algn="ctr">
              <a:buNone/>
              <a:defRPr sz="1400">
                <a:solidFill>
                  <a:schemeClr val="tx1">
                    <a:lumMod val="75000"/>
                    <a:lumOff val="25000"/>
                  </a:schemeClr>
                </a:solidFill>
              </a:defRPr>
            </a:lvl1pPr>
          </a:lstStyle>
          <a:p>
            <a:r>
              <a:rPr lang="en-US" noProof="0"/>
              <a:t>Click icon to add picture</a:t>
            </a:r>
            <a:endParaRPr lang="en-US" noProof="0" dirty="0"/>
          </a:p>
        </p:txBody>
      </p:sp>
      <p:sp>
        <p:nvSpPr>
          <p:cNvPr id="58" name="Picture Placeholder 9">
            <a:extLst>
              <a:ext uri="{FF2B5EF4-FFF2-40B4-BE49-F238E27FC236}">
                <a16:creationId xmlns="" xmlns:a16="http://schemas.microsoft.com/office/drawing/2014/main" id="{A9E755CD-1A38-4F75-A18E-2D31E4934C8A}"/>
              </a:ext>
            </a:extLst>
          </p:cNvPr>
          <p:cNvSpPr>
            <a:spLocks noGrp="1"/>
          </p:cNvSpPr>
          <p:nvPr>
            <p:ph type="pic" sz="quarter" idx="44"/>
          </p:nvPr>
        </p:nvSpPr>
        <p:spPr>
          <a:xfrm>
            <a:off x="7876955" y="3944782"/>
            <a:ext cx="2599200" cy="896400"/>
          </a:xfrm>
        </p:spPr>
        <p:txBody>
          <a:bodyPr anchor="ctr" anchorCtr="0">
            <a:normAutofit/>
          </a:bodyPr>
          <a:lstStyle>
            <a:lvl1pPr marL="0" indent="0" algn="ctr">
              <a:buNone/>
              <a:defRPr sz="1400">
                <a:solidFill>
                  <a:schemeClr val="tx1">
                    <a:lumMod val="75000"/>
                    <a:lumOff val="25000"/>
                  </a:schemeClr>
                </a:solidFill>
              </a:defRPr>
            </a:lvl1pPr>
          </a:lstStyle>
          <a:p>
            <a:r>
              <a:rPr lang="en-US" noProof="0"/>
              <a:t>Click icon to add picture</a:t>
            </a:r>
            <a:endParaRPr lang="en-US" noProof="0" dirty="0"/>
          </a:p>
        </p:txBody>
      </p:sp>
      <p:sp>
        <p:nvSpPr>
          <p:cNvPr id="2" name="Title 1">
            <a:extLst>
              <a:ext uri="{FF2B5EF4-FFF2-40B4-BE49-F238E27FC236}">
                <a16:creationId xmlns="" xmlns:a16="http://schemas.microsoft.com/office/drawing/2014/main" id="{1C750AC0-7255-417F-919C-19DF42857E05}"/>
              </a:ext>
            </a:extLst>
          </p:cNvPr>
          <p:cNvSpPr>
            <a:spLocks noGrp="1"/>
          </p:cNvSpPr>
          <p:nvPr>
            <p:ph type="title" hasCustomPrompt="1"/>
          </p:nvPr>
        </p:nvSpPr>
        <p:spPr>
          <a:xfrm>
            <a:off x="2141220" y="558203"/>
            <a:ext cx="7909560" cy="1069848"/>
          </a:xfrm>
          <a:noFill/>
        </p:spPr>
        <p:txBody>
          <a:bodyPr lIns="0" tIns="0" rIns="0" bIns="0">
            <a:normAutofit/>
          </a:bodyPr>
          <a:lstStyle>
            <a:lvl1pPr algn="ctr">
              <a:defRPr lang="ru-RU" sz="6000" b="0" kern="1200" dirty="0">
                <a:solidFill>
                  <a:schemeClr val="tx2"/>
                </a:solidFill>
                <a:latin typeface="+mj-lt"/>
                <a:ea typeface="+mj-ea"/>
                <a:cs typeface="+mj-cs"/>
              </a:defRPr>
            </a:lvl1pPr>
          </a:lstStyle>
          <a:p>
            <a:r>
              <a:rPr lang="en-US" noProof="0"/>
              <a:t>How to use this template</a:t>
            </a:r>
          </a:p>
        </p:txBody>
      </p:sp>
      <p:pic>
        <p:nvPicPr>
          <p:cNvPr id="21" name="Graphic 20">
            <a:extLst>
              <a:ext uri="{FF2B5EF4-FFF2-40B4-BE49-F238E27FC236}">
                <a16:creationId xmlns="" xmlns:a16="http://schemas.microsoft.com/office/drawing/2014/main" id="{08EB3F0B-0F1D-42D2-B6C2-D4D6D82571E4}"/>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3608400" y="1568994"/>
            <a:ext cx="4975200" cy="114227"/>
          </a:xfrm>
          <a:prstGeom prst="rect">
            <a:avLst/>
          </a:prstGeom>
        </p:spPr>
      </p:pic>
    </p:spTree>
    <p:extLst>
      <p:ext uri="{BB962C8B-B14F-4D97-AF65-F5344CB8AC3E}">
        <p14:creationId xmlns:p14="http://schemas.microsoft.com/office/powerpoint/2010/main" val="3514683672"/>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 xmlns:a16="http://schemas.microsoft.com/office/drawing/2014/main" id="{E04C9FBA-BD24-42E1-BABE-0EE5C20738FC}"/>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a:endParaRPr lang="en-US" noProof="0" dirty="0"/>
          </a:p>
        </p:txBody>
      </p:sp>
      <p:sp>
        <p:nvSpPr>
          <p:cNvPr id="8" name="Rectangle 7">
            <a:extLst>
              <a:ext uri="{FF2B5EF4-FFF2-40B4-BE49-F238E27FC236}">
                <a16:creationId xmlns="" xmlns:a16="http://schemas.microsoft.com/office/drawing/2014/main" id="{2D2715CE-EA2A-4137-8BA3-1FEEF2E40A3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a:endParaRPr lang="en-US" noProof="0" dirty="0"/>
          </a:p>
        </p:txBody>
      </p:sp>
      <p:sp>
        <p:nvSpPr>
          <p:cNvPr id="2" name="Title Placeholder 1">
            <a:extLst>
              <a:ext uri="{FF2B5EF4-FFF2-40B4-BE49-F238E27FC236}">
                <a16:creationId xmlns="" xmlns:a16="http://schemas.microsoft.com/office/drawing/2014/main" id="{A8DB6A3A-74E6-4FE2-8AD2-CEB0704471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 xmlns:a16="http://schemas.microsoft.com/office/drawing/2014/main" id="{2C0128AA-FDF4-4DD5-A009-3C58D24570F2}"/>
              </a:ext>
            </a:extLst>
          </p:cNvPr>
          <p:cNvSpPr>
            <a:spLocks noGrp="1"/>
          </p:cNvSpPr>
          <p:nvPr>
            <p:ph type="body" idx="1"/>
          </p:nvPr>
        </p:nvSpPr>
        <p:spPr>
          <a:xfrm>
            <a:off x="838200" y="1825625"/>
            <a:ext cx="10515600" cy="4048274"/>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a:extLst>
              <a:ext uri="{FF2B5EF4-FFF2-40B4-BE49-F238E27FC236}">
                <a16:creationId xmlns="" xmlns:a16="http://schemas.microsoft.com/office/drawing/2014/main" id="{BB1C2DC0-7E13-4A66-9F9B-371BA9C6E4F1}"/>
              </a:ext>
            </a:extLst>
          </p:cNvPr>
          <p:cNvSpPr>
            <a:spLocks noGrp="1"/>
          </p:cNvSpPr>
          <p:nvPr>
            <p:ph type="dt" sz="half" idx="2"/>
          </p:nvPr>
        </p:nvSpPr>
        <p:spPr>
          <a:xfrm>
            <a:off x="838200" y="6016889"/>
            <a:ext cx="2743200" cy="365125"/>
          </a:xfrm>
          <a:prstGeom prst="rect">
            <a:avLst/>
          </a:prstGeom>
        </p:spPr>
        <p:txBody>
          <a:bodyPr vert="horz" lIns="91440" tIns="45720" rIns="91440" bIns="45720" rtlCol="0" anchor="ctr"/>
          <a:lstStyle>
            <a:lvl1pPr algn="l">
              <a:defRPr sz="1100">
                <a:solidFill>
                  <a:schemeClr val="bg2"/>
                </a:solidFill>
              </a:defRPr>
            </a:lvl1pPr>
          </a:lstStyle>
          <a:p>
            <a:r>
              <a:rPr lang="en-US" noProof="0" dirty="0"/>
              <a:t>MM.DD.20XX</a:t>
            </a:r>
          </a:p>
        </p:txBody>
      </p:sp>
      <p:sp>
        <p:nvSpPr>
          <p:cNvPr id="11" name="Footer Placeholder 4">
            <a:extLst>
              <a:ext uri="{FF2B5EF4-FFF2-40B4-BE49-F238E27FC236}">
                <a16:creationId xmlns="" xmlns:a16="http://schemas.microsoft.com/office/drawing/2014/main" id="{1F296578-6D40-435B-861E-0904DDC10B7C}"/>
              </a:ext>
            </a:extLst>
          </p:cNvPr>
          <p:cNvSpPr>
            <a:spLocks noGrp="1"/>
          </p:cNvSpPr>
          <p:nvPr>
            <p:ph type="ftr" sz="quarter" idx="3"/>
          </p:nvPr>
        </p:nvSpPr>
        <p:spPr>
          <a:xfrm>
            <a:off x="8203234" y="6016890"/>
            <a:ext cx="3398763" cy="365125"/>
          </a:xfrm>
          <a:prstGeom prst="rect">
            <a:avLst/>
          </a:prstGeom>
        </p:spPr>
        <p:txBody>
          <a:bodyPr vert="horz" lIns="91440" tIns="45720" rIns="91440" bIns="45720" rtlCol="0" anchor="ctr"/>
          <a:lstStyle>
            <a:lvl1pPr algn="r">
              <a:defRPr sz="1200">
                <a:solidFill>
                  <a:schemeClr val="tx2"/>
                </a:solidFill>
              </a:defRPr>
            </a:lvl1pPr>
          </a:lstStyle>
          <a:p>
            <a:r>
              <a:rPr lang="en-US" noProof="0" dirty="0"/>
              <a:t>ADD A FOOTER</a:t>
            </a:r>
          </a:p>
        </p:txBody>
      </p:sp>
      <p:sp>
        <p:nvSpPr>
          <p:cNvPr id="6" name="Slide Number Placeholder 5">
            <a:extLst>
              <a:ext uri="{FF2B5EF4-FFF2-40B4-BE49-F238E27FC236}">
                <a16:creationId xmlns="" xmlns:a16="http://schemas.microsoft.com/office/drawing/2014/main" id="{9475097E-EB08-4475-9112-275B8402794C}"/>
              </a:ext>
            </a:extLst>
          </p:cNvPr>
          <p:cNvSpPr>
            <a:spLocks noGrp="1"/>
          </p:cNvSpPr>
          <p:nvPr>
            <p:ph type="sldNum" sz="quarter" idx="4"/>
          </p:nvPr>
        </p:nvSpPr>
        <p:spPr>
          <a:xfrm>
            <a:off x="5821279" y="6273660"/>
            <a:ext cx="549442" cy="365125"/>
          </a:xfrm>
          <a:prstGeom prst="rect">
            <a:avLst/>
          </a:prstGeom>
        </p:spPr>
        <p:txBody>
          <a:bodyPr vert="horz" lIns="91440" tIns="45720" rIns="91440" bIns="45720" rtlCol="0" anchor="ctr"/>
          <a:lstStyle>
            <a:lvl1pPr algn="ctr">
              <a:defRPr sz="1200">
                <a:solidFill>
                  <a:schemeClr val="tx2"/>
                </a:solidFill>
              </a:defRPr>
            </a:lvl1pPr>
          </a:lstStyle>
          <a:p>
            <a:fld id="{D495E168-DA5E-4888-8D8A-92B118324C14}" type="slidenum">
              <a:rPr lang="en-US" noProof="0" smtClean="0"/>
              <a:pPr/>
              <a:t>‹#›</a:t>
            </a:fld>
            <a:endParaRPr lang="en-US" noProof="0" dirty="0"/>
          </a:p>
        </p:txBody>
      </p:sp>
    </p:spTree>
    <p:extLst>
      <p:ext uri="{BB962C8B-B14F-4D97-AF65-F5344CB8AC3E}">
        <p14:creationId xmlns:p14="http://schemas.microsoft.com/office/powerpoint/2010/main" val="3223999130"/>
      </p:ext>
    </p:extLst>
  </p:cSld>
  <p:clrMap bg1="lt1" tx1="dk1" bg2="lt2" tx2="dk2" accent1="accent1" accent2="accent2" accent3="accent3" accent4="accent4" accent5="accent5" accent6="accent6" hlink="hlink" folHlink="folHlink"/>
  <p:sldLayoutIdLst>
    <p:sldLayoutId id="2147483653" r:id="rId1"/>
    <p:sldLayoutId id="2147483679"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5" r:id="rId11"/>
    <p:sldLayoutId id="2147483678" r:id="rId12"/>
    <p:sldLayoutId id="2147483674" r:id="rId13"/>
    <p:sldLayoutId id="2147483680" r:id="rId14"/>
    <p:sldLayoutId id="2147483681" r:id="rId15"/>
    <p:sldLayoutId id="2147483682" r:id="rId16"/>
    <p:sldLayoutId id="2147483683" r:id="rId17"/>
    <p:sldLayoutId id="2147483684" r:id="rId18"/>
    <p:sldLayoutId id="2147483685" r:id="rId19"/>
    <p:sldLayoutId id="2147483688" r:id="rId20"/>
    <p:sldLayoutId id="2147483689" r:id="rId21"/>
    <p:sldLayoutId id="2147483686" r:id="rId22"/>
    <p:sldLayoutId id="2147483687" r:id="rId23"/>
    <p:sldLayoutId id="2147483676" r:id="rId24"/>
  </p:sldLayoutIdLst>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hf hdr="0" dt="0"/>
  <p:txStyles>
    <p:titleStyle>
      <a:lvl1pPr algn="l" defTabSz="914400" rtl="0" eaLnBrk="1" latinLnBrk="0" hangingPunct="1">
        <a:lnSpc>
          <a:spcPct val="90000"/>
        </a:lnSpc>
        <a:spcBef>
          <a:spcPct val="0"/>
        </a:spcBef>
        <a:buNone/>
        <a:defRPr sz="6000" b="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userDrawn="1">
          <p15:clr>
            <a:srgbClr val="F26B43"/>
          </p15:clr>
        </p15:guide>
        <p15:guide id="2" pos="574" userDrawn="1">
          <p15:clr>
            <a:srgbClr val="F26B43"/>
          </p15:clr>
        </p15:guide>
        <p15:guide id="3" pos="7106" userDrawn="1">
          <p15:clr>
            <a:srgbClr val="F26B43"/>
          </p15:clr>
        </p15:guide>
        <p15:guide id="4" orient="horz" pos="3748" userDrawn="1">
          <p15:clr>
            <a:srgbClr val="F26B43"/>
          </p15:clr>
        </p15:guide>
        <p15:guide id="5" pos="4407" userDrawn="1">
          <p15:clr>
            <a:srgbClr val="F26B43"/>
          </p15:clr>
        </p15:guide>
        <p15:guide id="6" pos="3273" userDrawn="1">
          <p15:clr>
            <a:srgbClr val="F26B43"/>
          </p15:clr>
        </p15:guide>
        <p15:guide id="7" pos="3840" userDrawn="1">
          <p15:clr>
            <a:srgbClr val="F26B43"/>
          </p15:clr>
        </p15:guide>
        <p15:guide id="8" orient="horz" pos="2160" userDrawn="1">
          <p15:clr>
            <a:srgbClr val="F26B43"/>
          </p15:clr>
        </p15:guide>
        <p15:guide id="9" pos="302" userDrawn="1">
          <p15:clr>
            <a:srgbClr val="F26B43"/>
          </p15:clr>
        </p15:guide>
        <p15:guide id="10" pos="737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slide" Target="slide11.xml"/><Relationship Id="rId3" Type="http://schemas.openxmlformats.org/officeDocument/2006/relationships/image" Target="../media/image6.bin"/><Relationship Id="rId7" Type="http://schemas.openxmlformats.org/officeDocument/2006/relationships/slide" Target="slide6.xml"/><Relationship Id="rId12" Type="http://schemas.openxmlformats.org/officeDocument/2006/relationships/slide" Target="slide12.xml"/><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slide" Target="slide5.xml"/><Relationship Id="rId11" Type="http://schemas.openxmlformats.org/officeDocument/2006/relationships/slide" Target="slide10.xml"/><Relationship Id="rId5" Type="http://schemas.openxmlformats.org/officeDocument/2006/relationships/slide" Target="slide4.xml"/><Relationship Id="rId10" Type="http://schemas.openxmlformats.org/officeDocument/2006/relationships/slide" Target="slide9.xml"/><Relationship Id="rId4" Type="http://schemas.openxmlformats.org/officeDocument/2006/relationships/slide" Target="slide3.xml"/><Relationship Id="rId9" Type="http://schemas.openxmlformats.org/officeDocument/2006/relationships/slide" Target="slide8.xml"/><Relationship Id="rId1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bin"/><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913A672-E2C9-49A3-B8D1-665F05ADB8BC}"/>
              </a:ext>
            </a:extLst>
          </p:cNvPr>
          <p:cNvSpPr>
            <a:spLocks noGrp="1"/>
          </p:cNvSpPr>
          <p:nvPr>
            <p:ph type="title"/>
          </p:nvPr>
        </p:nvSpPr>
        <p:spPr bwMode="grayWhite">
          <a:xfrm>
            <a:off x="1037021" y="1940978"/>
            <a:ext cx="10117959" cy="1517356"/>
          </a:xfrm>
        </p:spPr>
        <p:txBody>
          <a:bodyPr/>
          <a:lstStyle/>
          <a:p>
            <a:r>
              <a:rPr lang="ru-RU" sz="5400" b="1" spc="3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ПРЕДИЗВИКАТЕЛСТВАТА НА СЪВРЕМИЕТО</a:t>
            </a:r>
          </a:p>
        </p:txBody>
      </p:sp>
      <p:sp>
        <p:nvSpPr>
          <p:cNvPr id="4" name="Text Placeholder 3">
            <a:extLst>
              <a:ext uri="{FF2B5EF4-FFF2-40B4-BE49-F238E27FC236}">
                <a16:creationId xmlns="" xmlns:a16="http://schemas.microsoft.com/office/drawing/2014/main" id="{8565D450-CF0E-4B12-945F-D0057946DD7C}"/>
              </a:ext>
            </a:extLst>
          </p:cNvPr>
          <p:cNvSpPr>
            <a:spLocks noGrp="1"/>
          </p:cNvSpPr>
          <p:nvPr>
            <p:ph type="body" sz="quarter" idx="13"/>
          </p:nvPr>
        </p:nvSpPr>
        <p:spPr bwMode="grayWhite"/>
        <p:txBody>
          <a:bodyPr/>
          <a:lstStyle/>
          <a:p>
            <a:r>
              <a:rPr lang="ru-RU" sz="2400" dirty="0">
                <a:solidFill>
                  <a:schemeClr val="bg2">
                    <a:lumMod val="60000"/>
                    <a:lumOff val="40000"/>
                  </a:schemeClr>
                </a:solidFill>
              </a:rPr>
              <a:t>Изготвили:</a:t>
            </a:r>
            <a:endParaRPr lang="de-DE" sz="2400" dirty="0">
              <a:solidFill>
                <a:schemeClr val="bg2">
                  <a:lumMod val="60000"/>
                  <a:lumOff val="40000"/>
                </a:schemeClr>
              </a:solidFill>
            </a:endParaRPr>
          </a:p>
          <a:p>
            <a:r>
              <a:rPr lang="ru-RU" sz="2400" dirty="0">
                <a:solidFill>
                  <a:schemeClr val="bg2">
                    <a:lumMod val="60000"/>
                    <a:lumOff val="40000"/>
                  </a:schemeClr>
                </a:solidFill>
              </a:rPr>
              <a:t>Йоанна Радиева №17</a:t>
            </a:r>
            <a:endParaRPr lang="de-DE" sz="2400" dirty="0">
              <a:solidFill>
                <a:schemeClr val="bg2">
                  <a:lumMod val="60000"/>
                  <a:lumOff val="40000"/>
                </a:schemeClr>
              </a:solidFill>
            </a:endParaRPr>
          </a:p>
          <a:p>
            <a:r>
              <a:rPr lang="ru-RU" sz="2400" dirty="0">
                <a:solidFill>
                  <a:schemeClr val="bg2">
                    <a:lumMod val="60000"/>
                    <a:lumOff val="40000"/>
                  </a:schemeClr>
                </a:solidFill>
              </a:rPr>
              <a:t>Карина Данаилова №18</a:t>
            </a:r>
          </a:p>
        </p:txBody>
      </p:sp>
      <p:sp>
        <p:nvSpPr>
          <p:cNvPr id="7" name="Text Placeholder 6">
            <a:extLst>
              <a:ext uri="{FF2B5EF4-FFF2-40B4-BE49-F238E27FC236}">
                <a16:creationId xmlns="" xmlns:a16="http://schemas.microsoft.com/office/drawing/2014/main" id="{148799AE-6C70-4A22-B90A-3F8F7CFDAD67}"/>
              </a:ext>
            </a:extLst>
          </p:cNvPr>
          <p:cNvSpPr>
            <a:spLocks noGrp="1"/>
          </p:cNvSpPr>
          <p:nvPr>
            <p:ph type="body" sz="quarter" idx="20"/>
          </p:nvPr>
        </p:nvSpPr>
        <p:spPr bwMode="grayWhite">
          <a:xfrm>
            <a:off x="3912235" y="5403562"/>
            <a:ext cx="4367531" cy="324417"/>
          </a:xfrm>
        </p:spPr>
        <p:txBody>
          <a:bodyPr/>
          <a:lstStyle/>
          <a:p>
            <a:r>
              <a:rPr lang="bg-BG" sz="2400" dirty="0">
                <a:solidFill>
                  <a:schemeClr val="bg2">
                    <a:lumMod val="60000"/>
                    <a:lumOff val="40000"/>
                  </a:schemeClr>
                </a:solidFill>
              </a:rPr>
              <a:t>Клас:</a:t>
            </a:r>
            <a:endParaRPr lang="ru-RU" sz="2400" dirty="0">
              <a:solidFill>
                <a:schemeClr val="bg2">
                  <a:lumMod val="60000"/>
                  <a:lumOff val="40000"/>
                </a:schemeClr>
              </a:solidFill>
            </a:endParaRPr>
          </a:p>
        </p:txBody>
      </p:sp>
      <p:sp>
        <p:nvSpPr>
          <p:cNvPr id="8" name="Text Placeholder 7">
            <a:extLst>
              <a:ext uri="{FF2B5EF4-FFF2-40B4-BE49-F238E27FC236}">
                <a16:creationId xmlns="" xmlns:a16="http://schemas.microsoft.com/office/drawing/2014/main" id="{63743191-2C84-41E1-BD1D-4C35155B99CD}"/>
              </a:ext>
            </a:extLst>
          </p:cNvPr>
          <p:cNvSpPr>
            <a:spLocks noGrp="1"/>
          </p:cNvSpPr>
          <p:nvPr>
            <p:ph type="body" sz="quarter" idx="21"/>
          </p:nvPr>
        </p:nvSpPr>
        <p:spPr bwMode="grayWhite">
          <a:xfrm>
            <a:off x="3912235" y="5744971"/>
            <a:ext cx="4367531" cy="324417"/>
          </a:xfrm>
        </p:spPr>
        <p:txBody>
          <a:bodyPr/>
          <a:lstStyle/>
          <a:p>
            <a:r>
              <a:rPr lang="en-US" sz="2400" dirty="0">
                <a:solidFill>
                  <a:srgbClr val="E8D5AF"/>
                </a:solidFill>
              </a:rPr>
              <a:t>9</a:t>
            </a:r>
            <a:r>
              <a:rPr lang="bg-BG" sz="2400" dirty="0">
                <a:solidFill>
                  <a:srgbClr val="E8D5AF"/>
                </a:solidFill>
              </a:rPr>
              <a:t>г</a:t>
            </a:r>
            <a:endParaRPr lang="ru-RU" sz="2400" dirty="0">
              <a:solidFill>
                <a:srgbClr val="E8D5AF"/>
              </a:solidFill>
            </a:endParaRPr>
          </a:p>
        </p:txBody>
      </p:sp>
    </p:spTree>
    <p:extLst>
      <p:ext uri="{BB962C8B-B14F-4D97-AF65-F5344CB8AC3E}">
        <p14:creationId xmlns:p14="http://schemas.microsoft.com/office/powerpoint/2010/main" val="2971595786"/>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FF9E6DE-5C41-4023-A6ED-24BA66E6767E}"/>
              </a:ext>
            </a:extLst>
          </p:cNvPr>
          <p:cNvSpPr>
            <a:spLocks noGrp="1"/>
          </p:cNvSpPr>
          <p:nvPr>
            <p:ph type="title"/>
          </p:nvPr>
        </p:nvSpPr>
        <p:spPr>
          <a:xfrm>
            <a:off x="838199" y="644547"/>
            <a:ext cx="10515600" cy="904875"/>
          </a:xfrm>
        </p:spPr>
        <p:txBody>
          <a:bodyPr>
            <a:normAutofit fontScale="90000"/>
          </a:bodyPr>
          <a:lstStyle/>
          <a:p>
            <a:r>
              <a:rPr lang="bg-BG" b="1" spc="300" dirty="0" smtClean="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СЪДЪРЖАНИЕ</a:t>
            </a:r>
            <a:endParaRPr lang="en-US" b="1" spc="300" dirty="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 xmlns:a16="http://schemas.microsoft.com/office/drawing/2014/main" id="{5A7398AB-B4FB-44C4-A9EC-94DA908E8A9A}"/>
              </a:ext>
            </a:extLst>
          </p:cNvPr>
          <p:cNvSpPr>
            <a:spLocks noGrp="1"/>
          </p:cNvSpPr>
          <p:nvPr>
            <p:ph type="sldNum" sz="quarter" idx="12"/>
          </p:nvPr>
        </p:nvSpPr>
        <p:spPr/>
        <p:txBody>
          <a:bodyPr/>
          <a:lstStyle/>
          <a:p>
            <a:fld id="{D495E168-DA5E-4888-8D8A-92B118324C14}" type="slidenum">
              <a:rPr lang="en-US" smtClean="0"/>
              <a:pPr/>
              <a:t>2</a:t>
            </a:fld>
            <a:endParaRPr lang="en-US" dirty="0"/>
          </a:p>
        </p:txBody>
      </p:sp>
      <p:sp>
        <p:nvSpPr>
          <p:cNvPr id="12" name="Text Placeholder 11"/>
          <p:cNvSpPr>
            <a:spLocks noGrp="1"/>
          </p:cNvSpPr>
          <p:nvPr>
            <p:ph type="body" sz="quarter" idx="13"/>
          </p:nvPr>
        </p:nvSpPr>
        <p:spPr>
          <a:xfrm>
            <a:off x="3304458" y="1903864"/>
            <a:ext cx="5495997" cy="3504159"/>
          </a:xfrm>
        </p:spPr>
        <p:txBody>
          <a:bodyPr>
            <a:normAutofit fontScale="92500" lnSpcReduction="10000"/>
          </a:bodyPr>
          <a:lstStyle/>
          <a:p>
            <a:pPr marL="457200" indent="-457200">
              <a:buAutoNum type="arabicPeriod"/>
            </a:pPr>
            <a:r>
              <a:rPr lang="bg-BG" sz="2200" b="1" dirty="0" smtClean="0"/>
              <a:t>План на урока</a:t>
            </a:r>
          </a:p>
          <a:p>
            <a:pPr marL="457200" indent="-457200">
              <a:buAutoNum type="arabicPeriod"/>
            </a:pPr>
            <a:r>
              <a:rPr lang="bg-BG" sz="2200" b="1" dirty="0" smtClean="0"/>
              <a:t>Световният тероризъм</a:t>
            </a:r>
          </a:p>
          <a:p>
            <a:pPr marL="457200" indent="-457200">
              <a:buAutoNum type="arabicPeriod"/>
            </a:pPr>
            <a:r>
              <a:rPr lang="bg-BG" sz="2200" b="1" dirty="0" smtClean="0"/>
              <a:t>Фундаментализмът</a:t>
            </a:r>
          </a:p>
          <a:p>
            <a:pPr marL="457200" indent="-457200">
              <a:buAutoNum type="arabicPeriod"/>
            </a:pPr>
            <a:r>
              <a:rPr lang="bg-BG" sz="2200" b="1" dirty="0" smtClean="0"/>
              <a:t>Мултикултурализмът</a:t>
            </a:r>
          </a:p>
          <a:p>
            <a:pPr marL="457200" indent="-457200">
              <a:buAutoNum type="arabicPeriod"/>
            </a:pPr>
            <a:r>
              <a:rPr lang="bg-BG" sz="2200" b="1" dirty="0" smtClean="0"/>
              <a:t>„</a:t>
            </a:r>
            <a:r>
              <a:rPr lang="bg-BG" sz="2200" b="1" dirty="0"/>
              <a:t>Арабската пролет“</a:t>
            </a:r>
          </a:p>
          <a:p>
            <a:pPr marL="457200" indent="-457200">
              <a:buAutoNum type="arabicPeriod"/>
            </a:pPr>
            <a:r>
              <a:rPr lang="bg-BG" sz="2200" b="1" dirty="0" smtClean="0"/>
              <a:t>Сирийската гражданска война</a:t>
            </a:r>
          </a:p>
          <a:p>
            <a:pPr marL="457200" indent="-457200">
              <a:buAutoNum type="arabicPeriod"/>
            </a:pPr>
            <a:r>
              <a:rPr lang="bg-BG" sz="2200" b="1" dirty="0" smtClean="0"/>
              <a:t>Мигрантската криза в Европа</a:t>
            </a:r>
          </a:p>
          <a:p>
            <a:pPr marL="457200" indent="-457200">
              <a:buAutoNum type="arabicPeriod"/>
            </a:pPr>
            <a:r>
              <a:rPr lang="bg-BG" sz="2200" b="1" dirty="0" smtClean="0"/>
              <a:t>Китайската икономическа инвазия</a:t>
            </a:r>
          </a:p>
          <a:p>
            <a:pPr marL="457200" indent="-457200">
              <a:buAutoNum type="arabicPeriod"/>
            </a:pPr>
            <a:r>
              <a:rPr lang="bg-BG" sz="2200" b="1" dirty="0" smtClean="0"/>
              <a:t>Китай и САЩ в икономиката</a:t>
            </a:r>
            <a:endParaRPr lang="bg-BG" sz="2200" b="1" dirty="0" smtClean="0"/>
          </a:p>
        </p:txBody>
      </p:sp>
      <p:pic>
        <p:nvPicPr>
          <p:cNvPr id="14" name="Картина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672" y="178275"/>
            <a:ext cx="2608805" cy="2609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10067108" y="4258721"/>
            <a:ext cx="2197501" cy="2197501"/>
          </a:xfrm>
          <a:prstGeom prst="rect">
            <a:avLst/>
          </a:prstGeom>
        </p:spPr>
      </p:pic>
      <p:sp>
        <p:nvSpPr>
          <p:cNvPr id="3" name="Diamond 2">
            <a:hlinkClick r:id="rId4" action="ppaction://hlinksldjump"/>
          </p:cNvPr>
          <p:cNvSpPr/>
          <p:nvPr/>
        </p:nvSpPr>
        <p:spPr>
          <a:xfrm>
            <a:off x="7399365" y="1903864"/>
            <a:ext cx="418011" cy="403908"/>
          </a:xfrm>
          <a:prstGeom prst="diamond">
            <a:avLst/>
          </a:prstGeom>
          <a:ln/>
        </p:spPr>
        <p:style>
          <a:lnRef idx="0">
            <a:schemeClr val="accent3"/>
          </a:lnRef>
          <a:fillRef idx="3">
            <a:schemeClr val="accent3"/>
          </a:fillRef>
          <a:effectRef idx="3">
            <a:schemeClr val="accent3"/>
          </a:effectRef>
          <a:fontRef idx="minor">
            <a:schemeClr val="lt1"/>
          </a:fontRef>
        </p:style>
        <p:txBody>
          <a:bodyPr rtlCol="0" anchor="ctr"/>
          <a:lstStyle/>
          <a:p>
            <a:pPr algn="l"/>
            <a:endParaRPr lang="en-US" dirty="0"/>
          </a:p>
        </p:txBody>
      </p:sp>
      <p:sp>
        <p:nvSpPr>
          <p:cNvPr id="9" name="Diamond 8">
            <a:hlinkClick r:id="rId5" action="ppaction://hlinksldjump"/>
          </p:cNvPr>
          <p:cNvSpPr/>
          <p:nvPr/>
        </p:nvSpPr>
        <p:spPr>
          <a:xfrm>
            <a:off x="7839888" y="2244700"/>
            <a:ext cx="418011" cy="403908"/>
          </a:xfrm>
          <a:prstGeom prst="diamond">
            <a:avLst/>
          </a:prstGeom>
          <a:ln/>
        </p:spPr>
        <p:style>
          <a:lnRef idx="0">
            <a:schemeClr val="accent3"/>
          </a:lnRef>
          <a:fillRef idx="3">
            <a:schemeClr val="accent3"/>
          </a:fillRef>
          <a:effectRef idx="3">
            <a:schemeClr val="accent3"/>
          </a:effectRef>
          <a:fontRef idx="minor">
            <a:schemeClr val="lt1"/>
          </a:fontRef>
        </p:style>
        <p:txBody>
          <a:bodyPr rtlCol="0" anchor="ctr"/>
          <a:lstStyle/>
          <a:p>
            <a:pPr algn="l"/>
            <a:endParaRPr lang="en-US" dirty="0"/>
          </a:p>
        </p:txBody>
      </p:sp>
      <p:sp>
        <p:nvSpPr>
          <p:cNvPr id="10" name="Diamond 9">
            <a:hlinkClick r:id="rId6" action="ppaction://hlinksldjump"/>
          </p:cNvPr>
          <p:cNvSpPr/>
          <p:nvPr/>
        </p:nvSpPr>
        <p:spPr>
          <a:xfrm>
            <a:off x="3830087" y="2610796"/>
            <a:ext cx="418011" cy="403908"/>
          </a:xfrm>
          <a:prstGeom prst="diamond">
            <a:avLst/>
          </a:prstGeom>
          <a:ln/>
        </p:spPr>
        <p:style>
          <a:lnRef idx="0">
            <a:schemeClr val="accent3"/>
          </a:lnRef>
          <a:fillRef idx="3">
            <a:schemeClr val="accent3"/>
          </a:fillRef>
          <a:effectRef idx="3">
            <a:schemeClr val="accent3"/>
          </a:effectRef>
          <a:fontRef idx="minor">
            <a:schemeClr val="lt1"/>
          </a:fontRef>
        </p:style>
        <p:txBody>
          <a:bodyPr rtlCol="0" anchor="ctr"/>
          <a:lstStyle/>
          <a:p>
            <a:pPr algn="l"/>
            <a:endParaRPr lang="en-US" dirty="0"/>
          </a:p>
        </p:txBody>
      </p:sp>
      <p:sp>
        <p:nvSpPr>
          <p:cNvPr id="11" name="Diamond 10">
            <a:hlinkClick r:id="rId7" action="ppaction://hlinksldjump"/>
          </p:cNvPr>
          <p:cNvSpPr/>
          <p:nvPr/>
        </p:nvSpPr>
        <p:spPr>
          <a:xfrm>
            <a:off x="7859975" y="2949802"/>
            <a:ext cx="418011" cy="403908"/>
          </a:xfrm>
          <a:prstGeom prst="diamond">
            <a:avLst/>
          </a:prstGeom>
          <a:ln/>
        </p:spPr>
        <p:style>
          <a:lnRef idx="0">
            <a:schemeClr val="accent3"/>
          </a:lnRef>
          <a:fillRef idx="3">
            <a:schemeClr val="accent3"/>
          </a:fillRef>
          <a:effectRef idx="3">
            <a:schemeClr val="accent3"/>
          </a:effectRef>
          <a:fontRef idx="minor">
            <a:schemeClr val="lt1"/>
          </a:fontRef>
        </p:style>
        <p:txBody>
          <a:bodyPr rtlCol="0" anchor="ctr"/>
          <a:lstStyle/>
          <a:p>
            <a:pPr algn="l"/>
            <a:endParaRPr lang="en-US" dirty="0"/>
          </a:p>
        </p:txBody>
      </p:sp>
      <p:sp>
        <p:nvSpPr>
          <p:cNvPr id="13" name="Diamond 12">
            <a:hlinkClick r:id="rId8" action="ppaction://hlinksldjump"/>
          </p:cNvPr>
          <p:cNvSpPr/>
          <p:nvPr/>
        </p:nvSpPr>
        <p:spPr>
          <a:xfrm>
            <a:off x="7650969" y="3353710"/>
            <a:ext cx="418011" cy="403908"/>
          </a:xfrm>
          <a:prstGeom prst="diamond">
            <a:avLst/>
          </a:prstGeom>
          <a:ln/>
        </p:spPr>
        <p:style>
          <a:lnRef idx="0">
            <a:schemeClr val="accent3"/>
          </a:lnRef>
          <a:fillRef idx="3">
            <a:schemeClr val="accent3"/>
          </a:fillRef>
          <a:effectRef idx="3">
            <a:schemeClr val="accent3"/>
          </a:effectRef>
          <a:fontRef idx="minor">
            <a:schemeClr val="lt1"/>
          </a:fontRef>
        </p:style>
        <p:txBody>
          <a:bodyPr rtlCol="0" anchor="ctr"/>
          <a:lstStyle/>
          <a:p>
            <a:pPr algn="l"/>
            <a:endParaRPr lang="en-US" dirty="0"/>
          </a:p>
        </p:txBody>
      </p:sp>
      <p:sp>
        <p:nvSpPr>
          <p:cNvPr id="15" name="Diamond 14">
            <a:hlinkClick r:id="rId9" action="ppaction://hlinksldjump"/>
          </p:cNvPr>
          <p:cNvSpPr/>
          <p:nvPr/>
        </p:nvSpPr>
        <p:spPr>
          <a:xfrm>
            <a:off x="3227511" y="3668599"/>
            <a:ext cx="418011" cy="403908"/>
          </a:xfrm>
          <a:prstGeom prst="diamond">
            <a:avLst/>
          </a:prstGeom>
          <a:ln/>
        </p:spPr>
        <p:style>
          <a:lnRef idx="0">
            <a:schemeClr val="accent3"/>
          </a:lnRef>
          <a:fillRef idx="3">
            <a:schemeClr val="accent3"/>
          </a:fillRef>
          <a:effectRef idx="3">
            <a:schemeClr val="accent3"/>
          </a:effectRef>
          <a:fontRef idx="minor">
            <a:schemeClr val="lt1"/>
          </a:fontRef>
        </p:style>
        <p:txBody>
          <a:bodyPr rtlCol="0" anchor="ctr"/>
          <a:lstStyle/>
          <a:p>
            <a:pPr algn="l"/>
            <a:endParaRPr lang="en-US" dirty="0"/>
          </a:p>
        </p:txBody>
      </p:sp>
      <p:sp>
        <p:nvSpPr>
          <p:cNvPr id="17" name="Diamond 16">
            <a:hlinkClick r:id="rId10" action="ppaction://hlinksldjump"/>
          </p:cNvPr>
          <p:cNvSpPr/>
          <p:nvPr/>
        </p:nvSpPr>
        <p:spPr>
          <a:xfrm>
            <a:off x="8257899" y="4078835"/>
            <a:ext cx="418011" cy="403908"/>
          </a:xfrm>
          <a:prstGeom prst="diamond">
            <a:avLst/>
          </a:prstGeom>
          <a:ln/>
        </p:spPr>
        <p:style>
          <a:lnRef idx="0">
            <a:schemeClr val="accent3"/>
          </a:lnRef>
          <a:fillRef idx="3">
            <a:schemeClr val="accent3"/>
          </a:fillRef>
          <a:effectRef idx="3">
            <a:schemeClr val="accent3"/>
          </a:effectRef>
          <a:fontRef idx="minor">
            <a:schemeClr val="lt1"/>
          </a:fontRef>
        </p:style>
        <p:txBody>
          <a:bodyPr rtlCol="0" anchor="ctr"/>
          <a:lstStyle/>
          <a:p>
            <a:pPr algn="l"/>
            <a:endParaRPr lang="en-US" dirty="0"/>
          </a:p>
        </p:txBody>
      </p:sp>
      <p:sp>
        <p:nvSpPr>
          <p:cNvPr id="18" name="Diamond 17">
            <a:hlinkClick r:id="rId11" action="ppaction://hlinksldjump"/>
          </p:cNvPr>
          <p:cNvSpPr/>
          <p:nvPr/>
        </p:nvSpPr>
        <p:spPr>
          <a:xfrm>
            <a:off x="3095452" y="4400052"/>
            <a:ext cx="418011" cy="403908"/>
          </a:xfrm>
          <a:prstGeom prst="diamond">
            <a:avLst/>
          </a:prstGeom>
          <a:ln/>
        </p:spPr>
        <p:style>
          <a:lnRef idx="0">
            <a:schemeClr val="accent3"/>
          </a:lnRef>
          <a:fillRef idx="3">
            <a:schemeClr val="accent3"/>
          </a:fillRef>
          <a:effectRef idx="3">
            <a:schemeClr val="accent3"/>
          </a:effectRef>
          <a:fontRef idx="minor">
            <a:schemeClr val="lt1"/>
          </a:fontRef>
        </p:style>
        <p:txBody>
          <a:bodyPr rtlCol="0" anchor="ctr"/>
          <a:lstStyle/>
          <a:p>
            <a:pPr algn="l"/>
            <a:endParaRPr lang="en-US" dirty="0"/>
          </a:p>
        </p:txBody>
      </p:sp>
      <p:sp>
        <p:nvSpPr>
          <p:cNvPr id="23" name="Diamond 22">
            <a:hlinkClick r:id="rId12" action="ppaction://hlinksldjump"/>
          </p:cNvPr>
          <p:cNvSpPr/>
          <p:nvPr/>
        </p:nvSpPr>
        <p:spPr>
          <a:xfrm>
            <a:off x="8173438" y="4803960"/>
            <a:ext cx="418011" cy="403908"/>
          </a:xfrm>
          <a:prstGeom prst="diamond">
            <a:avLst/>
          </a:prstGeom>
          <a:ln/>
        </p:spPr>
        <p:style>
          <a:lnRef idx="0">
            <a:schemeClr val="accent3"/>
          </a:lnRef>
          <a:fillRef idx="3">
            <a:schemeClr val="accent3"/>
          </a:fillRef>
          <a:effectRef idx="3">
            <a:schemeClr val="accent3"/>
          </a:effectRef>
          <a:fontRef idx="minor">
            <a:schemeClr val="lt1"/>
          </a:fontRef>
        </p:style>
        <p:txBody>
          <a:bodyPr rtlCol="0" anchor="ctr"/>
          <a:lstStyle/>
          <a:p>
            <a:pPr algn="l"/>
            <a:endParaRPr lang="en-US" dirty="0"/>
          </a:p>
        </p:txBody>
      </p:sp>
      <p:sp>
        <p:nvSpPr>
          <p:cNvPr id="24" name="Diamond 23">
            <a:hlinkClick r:id="rId13" action="ppaction://hlinksldjump"/>
          </p:cNvPr>
          <p:cNvSpPr/>
          <p:nvPr/>
        </p:nvSpPr>
        <p:spPr>
          <a:xfrm>
            <a:off x="8695953" y="4432505"/>
            <a:ext cx="418011" cy="403908"/>
          </a:xfrm>
          <a:prstGeom prst="diamond">
            <a:avLst/>
          </a:prstGeom>
          <a:ln/>
        </p:spPr>
        <p:style>
          <a:lnRef idx="0">
            <a:schemeClr val="accent3"/>
          </a:lnRef>
          <a:fillRef idx="3">
            <a:schemeClr val="accent3"/>
          </a:fillRef>
          <a:effectRef idx="3">
            <a:schemeClr val="accent3"/>
          </a:effectRef>
          <a:fontRef idx="minor">
            <a:schemeClr val="lt1"/>
          </a:fontRef>
        </p:style>
        <p:txBody>
          <a:bodyPr rtlCol="0" anchor="ctr"/>
          <a:lstStyle/>
          <a:p>
            <a:pPr algn="l"/>
            <a:endParaRPr lang="en-US" dirty="0"/>
          </a:p>
        </p:txBody>
      </p:sp>
      <p:pic>
        <p:nvPicPr>
          <p:cNvPr id="25" name="Picture 24"/>
          <p:cNvPicPr>
            <a:picLocks noChangeAspect="1"/>
          </p:cNvPicPr>
          <p:nvPr/>
        </p:nvPicPr>
        <p:blipFill>
          <a:blip r:embed="rId14">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640406" y="4923499"/>
            <a:ext cx="2911184" cy="1637541"/>
          </a:xfrm>
          <a:prstGeom prst="rect">
            <a:avLst/>
          </a:prstGeom>
          <a:noFill/>
          <a:ln>
            <a:noFill/>
          </a:ln>
        </p:spPr>
      </p:pic>
    </p:spTree>
    <p:extLst>
      <p:ext uri="{BB962C8B-B14F-4D97-AF65-F5344CB8AC3E}">
        <p14:creationId xmlns:p14="http://schemas.microsoft.com/office/powerpoint/2010/main" val="3444101299"/>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FF9E6DE-5C41-4023-A6ED-24BA66E6767E}"/>
              </a:ext>
            </a:extLst>
          </p:cNvPr>
          <p:cNvSpPr>
            <a:spLocks noGrp="1"/>
          </p:cNvSpPr>
          <p:nvPr>
            <p:ph type="title"/>
          </p:nvPr>
        </p:nvSpPr>
        <p:spPr>
          <a:xfrm>
            <a:off x="838200" y="551984"/>
            <a:ext cx="10515600" cy="904875"/>
          </a:xfrm>
        </p:spPr>
        <p:txBody>
          <a:bodyPr>
            <a:normAutofit fontScale="90000"/>
          </a:bodyPr>
          <a:lstStyle/>
          <a:p>
            <a:r>
              <a:rPr lang="bg-BG" b="1" spc="300" dirty="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ПЛАН</a:t>
            </a:r>
            <a:endParaRPr lang="en-US" b="1" spc="300" dirty="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 xmlns:a16="http://schemas.microsoft.com/office/drawing/2014/main" id="{5A7398AB-B4FB-44C4-A9EC-94DA908E8A9A}"/>
              </a:ext>
            </a:extLst>
          </p:cNvPr>
          <p:cNvSpPr>
            <a:spLocks noGrp="1"/>
          </p:cNvSpPr>
          <p:nvPr>
            <p:ph type="sldNum" sz="quarter" idx="12"/>
          </p:nvPr>
        </p:nvSpPr>
        <p:spPr/>
        <p:txBody>
          <a:bodyPr/>
          <a:lstStyle/>
          <a:p>
            <a:fld id="{D495E168-DA5E-4888-8D8A-92B118324C14}" type="slidenum">
              <a:rPr lang="en-US" smtClean="0"/>
              <a:pPr/>
              <a:t>3</a:t>
            </a:fld>
            <a:endParaRPr lang="en-US" dirty="0"/>
          </a:p>
        </p:txBody>
      </p:sp>
      <p:sp>
        <p:nvSpPr>
          <p:cNvPr id="12" name="Text Placeholder 11"/>
          <p:cNvSpPr>
            <a:spLocks noGrp="1"/>
          </p:cNvSpPr>
          <p:nvPr>
            <p:ph type="body" sz="quarter" idx="13"/>
          </p:nvPr>
        </p:nvSpPr>
        <p:spPr>
          <a:xfrm>
            <a:off x="838200" y="1808072"/>
            <a:ext cx="10515600" cy="4599098"/>
          </a:xfrm>
        </p:spPr>
        <p:txBody>
          <a:bodyPr>
            <a:normAutofit fontScale="70000" lnSpcReduction="20000"/>
          </a:bodyPr>
          <a:lstStyle/>
          <a:p>
            <a:pPr>
              <a:defRPr/>
            </a:pPr>
            <a:r>
              <a:rPr lang="bg-BG" altLang="en-US" sz="3100" dirty="0"/>
              <a:t>1.</a:t>
            </a:r>
            <a:r>
              <a:rPr lang="en-US" altLang="en-US" sz="3100" dirty="0"/>
              <a:t> </a:t>
            </a:r>
            <a:r>
              <a:rPr lang="bg-BG" altLang="en-US" sz="3100" dirty="0"/>
              <a:t>Световният тероризъм</a:t>
            </a:r>
          </a:p>
          <a:p>
            <a:pPr>
              <a:defRPr/>
            </a:pPr>
            <a:r>
              <a:rPr lang="bg-BG" altLang="en-US" sz="2000" dirty="0"/>
              <a:t>а) Тероризмът в началото на </a:t>
            </a:r>
            <a:r>
              <a:rPr lang="en-US" altLang="en-US" sz="2000" dirty="0"/>
              <a:t>XXI </a:t>
            </a:r>
            <a:r>
              <a:rPr lang="bg-BG" altLang="en-US" sz="2000" dirty="0"/>
              <a:t>в.</a:t>
            </a:r>
          </a:p>
          <a:p>
            <a:pPr>
              <a:defRPr/>
            </a:pPr>
            <a:r>
              <a:rPr lang="bg-BG" altLang="en-US" sz="2000" dirty="0"/>
              <a:t>б) фундаментализмът</a:t>
            </a:r>
          </a:p>
          <a:p>
            <a:pPr>
              <a:defRPr/>
            </a:pPr>
            <a:r>
              <a:rPr lang="bg-BG" altLang="en-US" sz="2000" dirty="0"/>
              <a:t>в) мултикултурализмът</a:t>
            </a:r>
          </a:p>
          <a:p>
            <a:pPr>
              <a:defRPr/>
            </a:pPr>
            <a:r>
              <a:rPr lang="bg-BG" altLang="en-US" sz="2000" dirty="0"/>
              <a:t>г) атентати</a:t>
            </a:r>
          </a:p>
          <a:p>
            <a:pPr>
              <a:defRPr/>
            </a:pPr>
            <a:r>
              <a:rPr lang="bg-BG" altLang="en-US" sz="3100" dirty="0"/>
              <a:t>2. „Арабската пролет“</a:t>
            </a:r>
          </a:p>
          <a:p>
            <a:pPr>
              <a:defRPr/>
            </a:pPr>
            <a:r>
              <a:rPr lang="bg-BG" altLang="en-US" sz="2000" dirty="0"/>
              <a:t>а) бунтове срещу режимите</a:t>
            </a:r>
          </a:p>
          <a:p>
            <a:pPr>
              <a:defRPr/>
            </a:pPr>
            <a:r>
              <a:rPr lang="bg-BG" altLang="en-US" sz="2000" dirty="0"/>
              <a:t>б) промени в управлението</a:t>
            </a:r>
          </a:p>
          <a:p>
            <a:pPr>
              <a:defRPr/>
            </a:pPr>
            <a:r>
              <a:rPr lang="bg-BG" altLang="en-US" sz="2000" dirty="0"/>
              <a:t>в</a:t>
            </a:r>
            <a:r>
              <a:rPr lang="en-US" altLang="en-US" sz="2000" dirty="0"/>
              <a:t>) </a:t>
            </a:r>
            <a:r>
              <a:rPr lang="bg-BG" altLang="en-US" sz="2000" dirty="0"/>
              <a:t>граждански войни</a:t>
            </a:r>
          </a:p>
          <a:p>
            <a:pPr>
              <a:defRPr/>
            </a:pPr>
            <a:r>
              <a:rPr lang="bg-BG" altLang="en-US" sz="3100" dirty="0"/>
              <a:t>3. </a:t>
            </a:r>
            <a:r>
              <a:rPr lang="bg-BG" sz="3100" dirty="0"/>
              <a:t>Сирийската гражданска война и мигрантската криза в Европа</a:t>
            </a:r>
          </a:p>
          <a:p>
            <a:pPr>
              <a:defRPr/>
            </a:pPr>
            <a:r>
              <a:rPr lang="bg-BG" altLang="en-US" sz="2000" dirty="0"/>
              <a:t>а) </a:t>
            </a:r>
            <a:r>
              <a:rPr lang="bg-BG" sz="2000" dirty="0"/>
              <a:t>Сирийската гражданска война</a:t>
            </a:r>
          </a:p>
          <a:p>
            <a:pPr>
              <a:defRPr/>
            </a:pPr>
            <a:r>
              <a:rPr lang="bg-BG" altLang="en-US" sz="2000" dirty="0"/>
              <a:t>б) мигрантската криза</a:t>
            </a:r>
          </a:p>
          <a:p>
            <a:pPr>
              <a:defRPr/>
            </a:pPr>
            <a:r>
              <a:rPr lang="bg-BG" altLang="en-US" sz="3100" dirty="0"/>
              <a:t>4. Китайската икономическа инвазия</a:t>
            </a:r>
          </a:p>
          <a:p>
            <a:pPr>
              <a:defRPr/>
            </a:pPr>
            <a:r>
              <a:rPr lang="bg-BG" altLang="en-US" sz="2000" dirty="0"/>
              <a:t>а) „пазарният социализъм“ на Дън Сяопин</a:t>
            </a:r>
          </a:p>
          <a:p>
            <a:pPr>
              <a:defRPr/>
            </a:pPr>
            <a:r>
              <a:rPr lang="bg-BG" altLang="en-US" sz="2000" dirty="0"/>
              <a:t>б) новите технологии и ръста в </a:t>
            </a:r>
            <a:r>
              <a:rPr lang="bg-BG" altLang="en-US" sz="2000" dirty="0" smtClean="0"/>
              <a:t>икономиката</a:t>
            </a:r>
            <a:endParaRPr lang="bg-BG" altLang="en-US" sz="2000" dirty="0"/>
          </a:p>
        </p:txBody>
      </p:sp>
      <p:pic>
        <p:nvPicPr>
          <p:cNvPr id="14" name="Картина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51085" y="253025"/>
            <a:ext cx="2608805" cy="2609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191760"/>
            <a:ext cx="2197501" cy="2197501"/>
          </a:xfrm>
          <a:prstGeom prst="rect">
            <a:avLst/>
          </a:prstGeom>
        </p:spPr>
      </p:pic>
      <p:pic>
        <p:nvPicPr>
          <p:cNvPr id="7" name="Picture 6"/>
          <p:cNvPicPr>
            <a:picLocks noChangeAspect="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640408" y="739089"/>
            <a:ext cx="2911184" cy="1637541"/>
          </a:xfrm>
          <a:prstGeom prst="rect">
            <a:avLst/>
          </a:prstGeom>
          <a:noFill/>
          <a:ln>
            <a:noFill/>
          </a:ln>
        </p:spPr>
      </p:pic>
    </p:spTree>
    <p:extLst>
      <p:ext uri="{BB962C8B-B14F-4D97-AF65-F5344CB8AC3E}">
        <p14:creationId xmlns:p14="http://schemas.microsoft.com/office/powerpoint/2010/main" val="513514817"/>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 xmlns:a16="http://schemas.microsoft.com/office/drawing/2014/main" id="{67A7E6CF-7813-4CFB-972B-ECF713EB181A}"/>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tretch>
            <a:fillRect/>
          </a:stretch>
        </p:blipFill>
        <p:spPr>
          <a:xfrm>
            <a:off x="1292632" y="0"/>
            <a:ext cx="3864047" cy="6858000"/>
          </a:xfrm>
          <a:prstGeom prst="rect">
            <a:avLst/>
          </a:prstGeom>
          <a:ln w="88900" cap="sq" cmpd="thickThin">
            <a:solidFill>
              <a:srgbClr val="D8B97A"/>
            </a:solidFill>
            <a:prstDash val="solid"/>
            <a:miter lim="800000"/>
          </a:ln>
          <a:effectLst>
            <a:innerShdw blurRad="76200">
              <a:srgbClr val="000000"/>
            </a:innerShdw>
          </a:effectLst>
        </p:spPr>
      </p:pic>
      <p:sp>
        <p:nvSpPr>
          <p:cNvPr id="2" name="Title 1">
            <a:extLst>
              <a:ext uri="{FF2B5EF4-FFF2-40B4-BE49-F238E27FC236}">
                <a16:creationId xmlns="" xmlns:a16="http://schemas.microsoft.com/office/drawing/2014/main" id="{007EA499-D02B-466B-8A94-12FBC4B86F25}"/>
              </a:ext>
            </a:extLst>
          </p:cNvPr>
          <p:cNvSpPr>
            <a:spLocks noGrp="1"/>
          </p:cNvSpPr>
          <p:nvPr>
            <p:ph type="title"/>
          </p:nvPr>
        </p:nvSpPr>
        <p:spPr>
          <a:xfrm>
            <a:off x="6458397" y="750686"/>
            <a:ext cx="4257905" cy="1325563"/>
          </a:xfrm>
        </p:spPr>
        <p:txBody>
          <a:bodyPr>
            <a:noAutofit/>
          </a:bodyPr>
          <a:lstStyle/>
          <a:p>
            <a:pPr algn="ctr"/>
            <a:r>
              <a:rPr lang="bg-BG" sz="4000" b="1" spc="300" dirty="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СВЕТОВНИЯТ ТЕРОРИЗЪМ</a:t>
            </a:r>
            <a:endParaRPr lang="en-US" sz="4000" b="1" spc="300" dirty="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 Placeholder 5">
            <a:extLst>
              <a:ext uri="{FF2B5EF4-FFF2-40B4-BE49-F238E27FC236}">
                <a16:creationId xmlns="" xmlns:a16="http://schemas.microsoft.com/office/drawing/2014/main" id="{BE4DED09-2D42-4E84-BF9E-C79453D4148B}"/>
              </a:ext>
            </a:extLst>
          </p:cNvPr>
          <p:cNvSpPr>
            <a:spLocks noGrp="1"/>
          </p:cNvSpPr>
          <p:nvPr>
            <p:ph type="body" sz="quarter" idx="14"/>
          </p:nvPr>
        </p:nvSpPr>
        <p:spPr>
          <a:xfrm>
            <a:off x="5513033" y="2591294"/>
            <a:ext cx="5803403" cy="3307728"/>
          </a:xfrm>
        </p:spPr>
        <p:txBody>
          <a:bodyPr/>
          <a:lstStyle/>
          <a:p>
            <a:pPr marL="0" indent="0" algn="just">
              <a:buNone/>
            </a:pPr>
            <a:r>
              <a:rPr lang="ru-RU" sz="1800" dirty="0"/>
              <a:t>Тероризмът придобива глобални мащаб</a:t>
            </a:r>
            <a:r>
              <a:rPr lang="bg-BG" sz="1800" dirty="0"/>
              <a:t>и</a:t>
            </a:r>
            <a:r>
              <a:rPr lang="ru-RU" sz="1800" dirty="0"/>
              <a:t> в началото на XXI век и е силно повлиян от процесите в ислямския свят. След атентатите от 11 септември 2001г. в Ню Йорк и Вашингтон негов първи символ става Ал-Кайда (Базата) – терористична групировка, ръководена от саудитеца Осама бин Ладен. Следват Боко Харам в Африка, т. нар. Ислямска държава в Близкия изток и други. </a:t>
            </a:r>
          </a:p>
          <a:p>
            <a:pPr marL="0" indent="0">
              <a:buNone/>
            </a:pPr>
            <a:endParaRPr lang="en-US" dirty="0"/>
          </a:p>
        </p:txBody>
      </p:sp>
      <p:sp>
        <p:nvSpPr>
          <p:cNvPr id="4" name="Slide Number Placeholder 3">
            <a:extLst>
              <a:ext uri="{FF2B5EF4-FFF2-40B4-BE49-F238E27FC236}">
                <a16:creationId xmlns="" xmlns:a16="http://schemas.microsoft.com/office/drawing/2014/main" id="{EA42F411-36F6-4988-8DA8-BA993F63BA8D}"/>
              </a:ext>
            </a:extLst>
          </p:cNvPr>
          <p:cNvSpPr>
            <a:spLocks noGrp="1"/>
          </p:cNvSpPr>
          <p:nvPr>
            <p:ph type="sldNum" sz="quarter" idx="12"/>
          </p:nvPr>
        </p:nvSpPr>
        <p:spPr/>
        <p:txBody>
          <a:bodyPr/>
          <a:lstStyle/>
          <a:p>
            <a:fld id="{D495E168-DA5E-4888-8D8A-92B118324C14}" type="slidenum">
              <a:rPr lang="en-US" smtClean="0"/>
              <a:pPr/>
              <a:t>4</a:t>
            </a:fld>
            <a:endParaRPr lang="en-US" dirty="0"/>
          </a:p>
        </p:txBody>
      </p:sp>
    </p:spTree>
    <p:extLst>
      <p:ext uri="{BB962C8B-B14F-4D97-AF65-F5344CB8AC3E}">
        <p14:creationId xmlns:p14="http://schemas.microsoft.com/office/powerpoint/2010/main" val="1763679262"/>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0EFBCFB-B245-45A5-AD8B-A4585DE61C63}"/>
              </a:ext>
            </a:extLst>
          </p:cNvPr>
          <p:cNvSpPr>
            <a:spLocks noGrp="1"/>
          </p:cNvSpPr>
          <p:nvPr>
            <p:ph type="title"/>
          </p:nvPr>
        </p:nvSpPr>
        <p:spPr>
          <a:xfrm>
            <a:off x="618309" y="3938140"/>
            <a:ext cx="5547360" cy="893080"/>
          </a:xfrm>
        </p:spPr>
        <p:txBody>
          <a:bodyPr>
            <a:noAutofit/>
          </a:bodyPr>
          <a:lstStyle/>
          <a:p>
            <a:r>
              <a:rPr lang="bg-BG" sz="3200" b="1" dirty="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ФУНДАМЕНТАЛИЗМЪТ</a:t>
            </a:r>
            <a:endParaRPr lang="en-US" sz="3200" b="1" dirty="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 xmlns:a16="http://schemas.microsoft.com/office/drawing/2014/main" id="{91AA84F9-B00F-4582-9D27-E03DE392DF1A}"/>
              </a:ext>
            </a:extLst>
          </p:cNvPr>
          <p:cNvSpPr>
            <a:spLocks noGrp="1"/>
          </p:cNvSpPr>
          <p:nvPr>
            <p:ph type="body" sz="quarter" idx="15"/>
          </p:nvPr>
        </p:nvSpPr>
        <p:spPr>
          <a:xfrm>
            <a:off x="6017623" y="3693644"/>
            <a:ext cx="5399314" cy="1698171"/>
          </a:xfrm>
        </p:spPr>
        <p:txBody>
          <a:bodyPr>
            <a:noAutofit/>
          </a:bodyPr>
          <a:lstStyle/>
          <a:p>
            <a:pPr marL="0" indent="0" algn="just">
              <a:buNone/>
            </a:pPr>
            <a:r>
              <a:rPr lang="bg-BG" dirty="0"/>
              <a:t>Радикално настроените мюсюлмани ползват материалните постижения на напредналия свят – оръжия, технологии и др., но отхвърлят ценностите му като свидетелство за неговия морален банкрут. За тях терорът е борба  за запазване на културната идентичност и отхвърляне на въведения от богатия Север икономически ред, държащ много ислямски страни в бедност. Той е фрома на джихад за утвърждаване на вярата. Терористите са убедени, че саможертвата им ще бъде възнаградена с вечен живот в удоволствията на Рая.</a:t>
            </a:r>
          </a:p>
          <a:p>
            <a:pPr marL="0" indent="0">
              <a:buNone/>
            </a:pPr>
            <a:endParaRPr lang="en-US" dirty="0"/>
          </a:p>
        </p:txBody>
      </p:sp>
      <p:sp>
        <p:nvSpPr>
          <p:cNvPr id="4" name="Slide Number Placeholder 3">
            <a:extLst>
              <a:ext uri="{FF2B5EF4-FFF2-40B4-BE49-F238E27FC236}">
                <a16:creationId xmlns="" xmlns:a16="http://schemas.microsoft.com/office/drawing/2014/main" id="{D3E85625-E07C-43C7-93C8-DFDFDBB64FFF}"/>
              </a:ext>
            </a:extLst>
          </p:cNvPr>
          <p:cNvSpPr>
            <a:spLocks noGrp="1"/>
          </p:cNvSpPr>
          <p:nvPr>
            <p:ph type="sldNum" sz="quarter" idx="12"/>
          </p:nvPr>
        </p:nvSpPr>
        <p:spPr/>
        <p:txBody>
          <a:bodyPr/>
          <a:lstStyle/>
          <a:p>
            <a:fld id="{D495E168-DA5E-4888-8D8A-92B118324C14}" type="slidenum">
              <a:rPr lang="en-US" smtClean="0"/>
              <a:pPr/>
              <a:t>5</a:t>
            </a:fld>
            <a:endParaRPr lang="en-US"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1280" y="713151"/>
            <a:ext cx="4572000" cy="2714625"/>
          </a:xfrm>
          <a:prstGeom prst="rect">
            <a:avLst/>
          </a:prstGeom>
          <a:ln w="88900" cap="sq" cmpd="thickThin">
            <a:solidFill>
              <a:srgbClr val="D8B97A"/>
            </a:solidFill>
            <a:prstDash val="solid"/>
            <a:miter lim="800000"/>
          </a:ln>
          <a:effectLst>
            <a:innerShdw blurRad="76200">
              <a:srgbClr val="000000"/>
            </a:innerShdw>
          </a:effectLst>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6815" y="934054"/>
            <a:ext cx="4410347" cy="2272817"/>
          </a:xfrm>
          <a:prstGeom prst="rect">
            <a:avLst/>
          </a:prstGeom>
          <a:ln w="88900" cap="sq" cmpd="thickThin">
            <a:solidFill>
              <a:srgbClr val="D8B97A"/>
            </a:solidFill>
            <a:prstDash val="solid"/>
            <a:miter lim="800000"/>
          </a:ln>
          <a:effectLst>
            <a:innerShdw blurRad="76200">
              <a:srgbClr val="000000"/>
            </a:innerShdw>
          </a:effectLst>
        </p:spPr>
      </p:pic>
    </p:spTree>
    <p:extLst>
      <p:ext uri="{BB962C8B-B14F-4D97-AF65-F5344CB8AC3E}">
        <p14:creationId xmlns:p14="http://schemas.microsoft.com/office/powerpoint/2010/main" val="929028138"/>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0EFBCFB-B245-45A5-AD8B-A4585DE61C63}"/>
              </a:ext>
            </a:extLst>
          </p:cNvPr>
          <p:cNvSpPr>
            <a:spLocks noGrp="1"/>
          </p:cNvSpPr>
          <p:nvPr>
            <p:ph type="title"/>
          </p:nvPr>
        </p:nvSpPr>
        <p:spPr>
          <a:xfrm>
            <a:off x="622661" y="724268"/>
            <a:ext cx="10994571" cy="893080"/>
          </a:xfrm>
        </p:spPr>
        <p:txBody>
          <a:bodyPr>
            <a:noAutofit/>
          </a:bodyPr>
          <a:lstStyle/>
          <a:p>
            <a:r>
              <a:rPr lang="bg-BG" sz="3200" b="1" spc="300" dirty="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МУЛТИКУЛТУРАЛИЗМЪТ</a:t>
            </a:r>
            <a:endParaRPr lang="en-US" sz="3200" b="1" spc="300" dirty="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 xmlns:a16="http://schemas.microsoft.com/office/drawing/2014/main" id="{91AA84F9-B00F-4582-9D27-E03DE392DF1A}"/>
              </a:ext>
            </a:extLst>
          </p:cNvPr>
          <p:cNvSpPr>
            <a:spLocks noGrp="1"/>
          </p:cNvSpPr>
          <p:nvPr>
            <p:ph type="body" sz="quarter" idx="15"/>
          </p:nvPr>
        </p:nvSpPr>
        <p:spPr>
          <a:xfrm>
            <a:off x="1460860" y="1662235"/>
            <a:ext cx="9318171" cy="1698171"/>
          </a:xfrm>
        </p:spPr>
        <p:txBody>
          <a:bodyPr>
            <a:noAutofit/>
          </a:bodyPr>
          <a:lstStyle/>
          <a:p>
            <a:pPr marL="0" indent="0" algn="just" fontAlgn="auto">
              <a:spcAft>
                <a:spcPts val="0"/>
              </a:spcAft>
              <a:buFont typeface="Arial" panose="020B0604020202020204" pitchFamily="34" charset="0"/>
              <a:buNone/>
              <a:defRPr/>
            </a:pPr>
            <a:r>
              <a:rPr lang="bg-BG" dirty="0"/>
              <a:t>Терористите са организирани в малки и мобилни групи. С помощта на интернет и модерните комуникации те набират последователи, обучават се да изработват бомби, координират действията си и пропагандират ефекта от тях. Самоубийствените атаки трябва да предизвикат страх сред мирното население. Жертвите им – над 20 000 от началото на </a:t>
            </a:r>
            <a:r>
              <a:rPr lang="en-US" dirty="0"/>
              <a:t>XXI</a:t>
            </a:r>
            <a:r>
              <a:rPr lang="bg-BG" dirty="0"/>
              <a:t> век са както християни и евреи, така и индуси и умерени мюсюлмани. Целта на терористите е премахване на светските държави и установяване на нормите на </a:t>
            </a:r>
            <a:r>
              <a:rPr lang="bg-BG" dirty="0" err="1"/>
              <a:t>шариата</a:t>
            </a:r>
            <a:r>
              <a:rPr lang="bg-BG" dirty="0"/>
              <a:t>.</a:t>
            </a:r>
            <a:endParaRPr lang="en-US" dirty="0"/>
          </a:p>
          <a:p>
            <a:pPr marL="0" indent="0">
              <a:buNone/>
            </a:pPr>
            <a:endParaRPr lang="en-US" dirty="0"/>
          </a:p>
        </p:txBody>
      </p:sp>
      <p:sp>
        <p:nvSpPr>
          <p:cNvPr id="4" name="Slide Number Placeholder 3">
            <a:extLst>
              <a:ext uri="{FF2B5EF4-FFF2-40B4-BE49-F238E27FC236}">
                <a16:creationId xmlns="" xmlns:a16="http://schemas.microsoft.com/office/drawing/2014/main" id="{D3E85625-E07C-43C7-93C8-DFDFDBB64FFF}"/>
              </a:ext>
            </a:extLst>
          </p:cNvPr>
          <p:cNvSpPr>
            <a:spLocks noGrp="1"/>
          </p:cNvSpPr>
          <p:nvPr>
            <p:ph type="sldNum" sz="quarter" idx="12"/>
          </p:nvPr>
        </p:nvSpPr>
        <p:spPr/>
        <p:txBody>
          <a:bodyPr/>
          <a:lstStyle/>
          <a:p>
            <a:fld id="{D495E168-DA5E-4888-8D8A-92B118324C14}" type="slidenum">
              <a:rPr lang="en-US" smtClean="0"/>
              <a:pPr/>
              <a:t>6</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3255" y="3074631"/>
            <a:ext cx="2949196" cy="571550"/>
          </a:xfrm>
          <a:prstGeom prst="rect">
            <a:avLst/>
          </a:prstGeom>
        </p:spPr>
      </p:pic>
      <p:sp>
        <p:nvSpPr>
          <p:cNvPr id="8" name="Rectangle 7"/>
          <p:cNvSpPr/>
          <p:nvPr/>
        </p:nvSpPr>
        <p:spPr>
          <a:xfrm>
            <a:off x="1733006" y="4720046"/>
            <a:ext cx="3579223" cy="627017"/>
          </a:xfrm>
          <a:prstGeom prst="rect">
            <a:avLst/>
          </a:prstGeom>
          <a:solidFill>
            <a:srgbClr val="F7F1E4"/>
          </a:solidFill>
          <a:ln w="12700" cap="flat">
            <a:noFill/>
            <a:prstDash val="solid"/>
            <a:miter/>
          </a:ln>
        </p:spPr>
        <p:txBody>
          <a:bodyPr rtlCol="0" anchor="ctr"/>
          <a:lstStyle/>
          <a:p>
            <a:pPr algn="l"/>
            <a:endParaRPr lang="en-US"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9547" y="3666145"/>
            <a:ext cx="3092904" cy="2321740"/>
          </a:xfrm>
          <a:prstGeom prst="rect">
            <a:avLst/>
          </a:prstGeom>
          <a:ln w="88900" cap="sq" cmpd="thickThin">
            <a:solidFill>
              <a:schemeClr val="bg2"/>
            </a:solidFill>
            <a:prstDash val="solid"/>
            <a:miter lim="800000"/>
          </a:ln>
          <a:effectLst>
            <a:innerShdw blurRad="76200">
              <a:srgbClr val="000000"/>
            </a:innerShdw>
          </a:effectLst>
        </p:spPr>
      </p:pic>
    </p:spTree>
    <p:extLst>
      <p:ext uri="{BB962C8B-B14F-4D97-AF65-F5344CB8AC3E}">
        <p14:creationId xmlns:p14="http://schemas.microsoft.com/office/powerpoint/2010/main" val="3981564321"/>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 xmlns:a16="http://schemas.microsoft.com/office/drawing/2014/main" id="{67A7E6CF-7813-4CFB-972B-ECF713EB181A}"/>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tretch>
            <a:fillRect/>
          </a:stretch>
        </p:blipFill>
        <p:spPr>
          <a:xfrm>
            <a:off x="1031374" y="710752"/>
            <a:ext cx="3864047" cy="2434349"/>
          </a:xfrm>
          <a:prstGeom prst="rect">
            <a:avLst/>
          </a:prstGeom>
          <a:ln w="88900" cap="sq" cmpd="thickThin">
            <a:solidFill>
              <a:srgbClr val="D8B97A"/>
            </a:solidFill>
            <a:prstDash val="solid"/>
            <a:miter lim="800000"/>
          </a:ln>
          <a:effectLst>
            <a:innerShdw blurRad="76200">
              <a:srgbClr val="000000"/>
            </a:innerShdw>
          </a:effectLst>
        </p:spPr>
      </p:pic>
      <p:sp>
        <p:nvSpPr>
          <p:cNvPr id="2" name="Title 1">
            <a:extLst>
              <a:ext uri="{FF2B5EF4-FFF2-40B4-BE49-F238E27FC236}">
                <a16:creationId xmlns="" xmlns:a16="http://schemas.microsoft.com/office/drawing/2014/main" id="{007EA499-D02B-466B-8A94-12FBC4B86F25}"/>
              </a:ext>
            </a:extLst>
          </p:cNvPr>
          <p:cNvSpPr>
            <a:spLocks noGrp="1"/>
          </p:cNvSpPr>
          <p:nvPr>
            <p:ph type="title"/>
          </p:nvPr>
        </p:nvSpPr>
        <p:spPr>
          <a:xfrm>
            <a:off x="6468376" y="750686"/>
            <a:ext cx="4230318" cy="1325563"/>
          </a:xfrm>
        </p:spPr>
        <p:txBody>
          <a:bodyPr>
            <a:noAutofit/>
          </a:bodyPr>
          <a:lstStyle/>
          <a:p>
            <a:pPr algn="ctr"/>
            <a:r>
              <a:rPr lang="bg-BG" sz="4000" b="1" spc="300" dirty="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„АРАБСКАТА ПРОЛЕТ“</a:t>
            </a:r>
            <a:endParaRPr lang="en-US" sz="4000" b="1" spc="300" dirty="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 Placeholder 5">
            <a:extLst>
              <a:ext uri="{FF2B5EF4-FFF2-40B4-BE49-F238E27FC236}">
                <a16:creationId xmlns="" xmlns:a16="http://schemas.microsoft.com/office/drawing/2014/main" id="{BE4DED09-2D42-4E84-BF9E-C79453D4148B}"/>
              </a:ext>
            </a:extLst>
          </p:cNvPr>
          <p:cNvSpPr>
            <a:spLocks noGrp="1"/>
          </p:cNvSpPr>
          <p:nvPr>
            <p:ph type="body" sz="quarter" idx="14"/>
          </p:nvPr>
        </p:nvSpPr>
        <p:spPr>
          <a:xfrm>
            <a:off x="5681833" y="2600171"/>
            <a:ext cx="5803403" cy="3307728"/>
          </a:xfrm>
        </p:spPr>
        <p:txBody>
          <a:bodyPr/>
          <a:lstStyle/>
          <a:p>
            <a:pPr marL="0" indent="0" algn="just">
              <a:buNone/>
            </a:pPr>
            <a:r>
              <a:rPr lang="bg-BG" altLang="en-US" dirty="0"/>
              <a:t>Светските </a:t>
            </a:r>
            <a:r>
              <a:rPr lang="bg-BG" altLang="en-US" dirty="0" smtClean="0"/>
              <a:t>националистически </a:t>
            </a:r>
            <a:r>
              <a:rPr lang="bg-BG" altLang="en-US" dirty="0"/>
              <a:t>режими в арабския свят, създадени в хода на Студената война, преживяват нейния край, но </a:t>
            </a:r>
            <a:r>
              <a:rPr lang="bg-BG" altLang="en-US" dirty="0" smtClean="0"/>
              <a:t>опозицията </a:t>
            </a:r>
            <a:r>
              <a:rPr lang="bg-BG" altLang="en-US" dirty="0"/>
              <a:t>срещу тях нараства. В края на 2010 г. от Тунис се надига вълна от протести и бунтове. Известна като „Арабската пролет“, тя бързо обхваща държавите от Северна Африка и Близкия изток. Хората са недоволни от управлението на диктаторите и искат свалянето им. Настояват за икономически реформи и демокрация. В повечето страни те предизвикват смяна на режимите (Египет, Тунис, Йемен, Либия) или сериозни промени в управлението (Йордания, Мароко, Ливан, Оман), но някъде не постигат резултат (Судан, Саудитска Арабия и Алжир).</a:t>
            </a:r>
            <a:endParaRPr lang="en-US" altLang="en-US" dirty="0"/>
          </a:p>
          <a:p>
            <a:pPr marL="0" indent="0">
              <a:buNone/>
            </a:pPr>
            <a:endParaRPr lang="en-US" dirty="0"/>
          </a:p>
        </p:txBody>
      </p:sp>
      <p:sp>
        <p:nvSpPr>
          <p:cNvPr id="4" name="Slide Number Placeholder 3">
            <a:extLst>
              <a:ext uri="{FF2B5EF4-FFF2-40B4-BE49-F238E27FC236}">
                <a16:creationId xmlns="" xmlns:a16="http://schemas.microsoft.com/office/drawing/2014/main" id="{EA42F411-36F6-4988-8DA8-BA993F63BA8D}"/>
              </a:ext>
            </a:extLst>
          </p:cNvPr>
          <p:cNvSpPr>
            <a:spLocks noGrp="1"/>
          </p:cNvSpPr>
          <p:nvPr>
            <p:ph type="sldNum" sz="quarter" idx="12"/>
          </p:nvPr>
        </p:nvSpPr>
        <p:spPr/>
        <p:txBody>
          <a:bodyPr/>
          <a:lstStyle/>
          <a:p>
            <a:fld id="{D495E168-DA5E-4888-8D8A-92B118324C14}" type="slidenum">
              <a:rPr lang="en-US" smtClean="0"/>
              <a:pPr/>
              <a:t>7</a:t>
            </a:fld>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1374" y="3518259"/>
            <a:ext cx="3864047" cy="2561681"/>
          </a:xfrm>
          <a:prstGeom prst="rect">
            <a:avLst/>
          </a:prstGeom>
          <a:ln w="88900" cap="sq" cmpd="thickThin">
            <a:solidFill>
              <a:srgbClr val="D8B97A"/>
            </a:solidFill>
            <a:prstDash val="solid"/>
            <a:miter lim="800000"/>
          </a:ln>
          <a:effectLst>
            <a:innerShdw blurRad="76200">
              <a:srgbClr val="000000"/>
            </a:innerShdw>
          </a:effectLst>
        </p:spPr>
      </p:pic>
    </p:spTree>
    <p:extLst>
      <p:ext uri="{BB962C8B-B14F-4D97-AF65-F5344CB8AC3E}">
        <p14:creationId xmlns:p14="http://schemas.microsoft.com/office/powerpoint/2010/main" val="1520466531"/>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 xmlns:a16="http://schemas.microsoft.com/office/drawing/2014/main" id="{EA42F411-36F6-4988-8DA8-BA993F63BA8D}"/>
              </a:ext>
            </a:extLst>
          </p:cNvPr>
          <p:cNvSpPr>
            <a:spLocks noGrp="1"/>
          </p:cNvSpPr>
          <p:nvPr>
            <p:ph type="sldNum" sz="quarter" idx="12"/>
          </p:nvPr>
        </p:nvSpPr>
        <p:spPr/>
        <p:txBody>
          <a:bodyPr/>
          <a:lstStyle/>
          <a:p>
            <a:fld id="{D495E168-DA5E-4888-8D8A-92B118324C14}" type="slidenum">
              <a:rPr lang="en-US" smtClean="0"/>
              <a:pPr/>
              <a:t>8</a:t>
            </a:fld>
            <a:endParaRPr lang="en-US" dirty="0"/>
          </a:p>
        </p:txBody>
      </p:sp>
      <p:pic>
        <p:nvPicPr>
          <p:cNvPr id="13" name="Picture Placeholder 12"/>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t="631" b="631"/>
          <a:stretch>
            <a:fillRect/>
          </a:stretch>
        </p:blipFill>
        <p:spPr>
          <a:xfrm>
            <a:off x="6667500" y="0"/>
            <a:ext cx="4627563" cy="6858001"/>
          </a:xfrm>
          <a:prstGeom prst="rect">
            <a:avLst/>
          </a:prstGeom>
          <a:ln w="228600" cap="sq" cmpd="thickThin">
            <a:solidFill>
              <a:srgbClr val="D8B97A"/>
            </a:solidFill>
            <a:prstDash val="solid"/>
            <a:miter lim="800000"/>
          </a:ln>
          <a:effectLst>
            <a:innerShdw blurRad="76200">
              <a:srgbClr val="000000"/>
            </a:innerShdw>
          </a:effectLst>
        </p:spPr>
      </p:pic>
      <p:sp>
        <p:nvSpPr>
          <p:cNvPr id="5" name="Title 4"/>
          <p:cNvSpPr>
            <a:spLocks noGrp="1"/>
          </p:cNvSpPr>
          <p:nvPr>
            <p:ph type="title"/>
          </p:nvPr>
        </p:nvSpPr>
        <p:spPr>
          <a:xfrm>
            <a:off x="1174339" y="356426"/>
            <a:ext cx="4257905" cy="2180397"/>
          </a:xfrm>
        </p:spPr>
        <p:txBody>
          <a:bodyPr>
            <a:normAutofit/>
          </a:bodyPr>
          <a:lstStyle/>
          <a:p>
            <a:pPr algn="ctr"/>
            <a:r>
              <a:rPr lang="bg-BG" sz="4000" b="1" spc="300" dirty="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СИРИЙСКАТА ГРАЖДАНСКА ВОЙНА</a:t>
            </a:r>
            <a:endParaRPr lang="en-US" sz="4000" b="1" spc="300" dirty="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Text Placeholder 6"/>
          <p:cNvSpPr>
            <a:spLocks noGrp="1"/>
          </p:cNvSpPr>
          <p:nvPr>
            <p:ph type="body" sz="quarter" idx="14"/>
          </p:nvPr>
        </p:nvSpPr>
        <p:spPr>
          <a:xfrm>
            <a:off x="949371" y="3281497"/>
            <a:ext cx="4871908" cy="3144563"/>
          </a:xfrm>
        </p:spPr>
        <p:txBody>
          <a:bodyPr>
            <a:noAutofit/>
          </a:bodyPr>
          <a:lstStyle/>
          <a:p>
            <a:pPr marL="0" indent="0" algn="just">
              <a:buNone/>
            </a:pPr>
            <a:r>
              <a:rPr lang="bg-BG" sz="1550" dirty="0"/>
              <a:t>Под влияние на „Арабската пролет“ Сирийската гражданска война започва през 2011 г. Тази война предизвиква със себе си мощна мигрантска вълна състояща се от сирийски бежанци, афганистанци, иракчани, пакистанци, еритрейци и други икономически мигранти. В търсене на спасение, работа и добър живот те се устремяват към Европа</a:t>
            </a:r>
            <a:r>
              <a:rPr lang="de-DE" sz="1550" dirty="0"/>
              <a:t>, </a:t>
            </a:r>
            <a:r>
              <a:rPr lang="bg-BG" sz="1550" dirty="0"/>
              <a:t>като по-точно избират държави от Европейския съюз, които осигуряват благоденствие и сигурност. Пикът на мигрантската вълна е през 2015 2016 г., когато над 2.5 млн. души пристигат през Турция и Средиземно море.</a:t>
            </a:r>
            <a:endParaRPr lang="en-US" sz="1550" dirty="0"/>
          </a:p>
        </p:txBody>
      </p:sp>
      <p:pic>
        <p:nvPicPr>
          <p:cNvPr id="12" name="Picture 11"/>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363657" y="1665762"/>
            <a:ext cx="3879268" cy="2261009"/>
          </a:xfrm>
          <a:prstGeom prst="rect">
            <a:avLst/>
          </a:prstGeom>
          <a:noFill/>
          <a:ln>
            <a:noFill/>
          </a:ln>
        </p:spPr>
      </p:pic>
    </p:spTree>
    <p:extLst>
      <p:ext uri="{BB962C8B-B14F-4D97-AF65-F5344CB8AC3E}">
        <p14:creationId xmlns:p14="http://schemas.microsoft.com/office/powerpoint/2010/main" val="1448405175"/>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996AC49-B785-4E0A-9283-239366FE4E4D}"/>
              </a:ext>
            </a:extLst>
          </p:cNvPr>
          <p:cNvSpPr>
            <a:spLocks noGrp="1"/>
          </p:cNvSpPr>
          <p:nvPr>
            <p:ph type="title"/>
          </p:nvPr>
        </p:nvSpPr>
        <p:spPr/>
        <p:txBody>
          <a:bodyPr>
            <a:noAutofit/>
          </a:bodyPr>
          <a:lstStyle/>
          <a:p>
            <a:r>
              <a:rPr lang="bg-BG" sz="4100" b="1" spc="300" dirty="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МИГРАНТСКАТА КРИЗА В ЕВРОПА</a:t>
            </a:r>
            <a:endParaRPr lang="en-US" sz="4100" b="1" spc="300" dirty="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 xmlns:a16="http://schemas.microsoft.com/office/drawing/2014/main" id="{8A421151-99A0-4A84-9EF4-7DB305033C95}"/>
              </a:ext>
            </a:extLst>
          </p:cNvPr>
          <p:cNvSpPr>
            <a:spLocks noGrp="1"/>
          </p:cNvSpPr>
          <p:nvPr>
            <p:ph type="body" sz="quarter" idx="13"/>
          </p:nvPr>
        </p:nvSpPr>
        <p:spPr>
          <a:xfrm>
            <a:off x="828675" y="2004873"/>
            <a:ext cx="10515600" cy="4268787"/>
          </a:xfrm>
        </p:spPr>
        <p:txBody>
          <a:bodyPr>
            <a:normAutofit lnSpcReduction="10000"/>
          </a:bodyPr>
          <a:lstStyle/>
          <a:p>
            <a:pPr marL="0" indent="0" algn="just">
              <a:buNone/>
            </a:pPr>
            <a:r>
              <a:rPr lang="bg-BG" dirty="0"/>
              <a:t>Макар</a:t>
            </a:r>
            <a:r>
              <a:rPr lang="en-US" dirty="0"/>
              <a:t>,</a:t>
            </a:r>
            <a:r>
              <a:rPr lang="bg-BG" dirty="0"/>
              <a:t> че имигрантите не са повече от населението на един голям град и нямат отношение към тероризма, те предизвикват страх от мюсюлманско нашествие. В Австрия, Нидерландия, Германия и други страни националистическите партии увеличават популярността си, а британците гласуват за напускане на Европейския съюз, опасявайки се и от приижда щите чужденци.</a:t>
            </a:r>
            <a:endParaRPr lang="en-US" dirty="0"/>
          </a:p>
          <a:p>
            <a:pPr marL="0" indent="0" algn="just">
              <a:buNone/>
            </a:pPr>
            <a:endParaRPr lang="bg-BG" dirty="0">
              <a:solidFill>
                <a:srgbClr val="A48649"/>
              </a:solidFill>
            </a:endParaRPr>
          </a:p>
          <a:p>
            <a:pPr marL="0" indent="0" algn="just">
              <a:buNone/>
            </a:pPr>
            <a:endParaRPr lang="bg-BG" dirty="0">
              <a:solidFill>
                <a:srgbClr val="A48649"/>
              </a:solidFill>
            </a:endParaRPr>
          </a:p>
          <a:p>
            <a:pPr marL="0" indent="0" algn="just">
              <a:buNone/>
            </a:pPr>
            <a:endParaRPr lang="bg-BG" dirty="0">
              <a:solidFill>
                <a:srgbClr val="A48649"/>
              </a:solidFill>
            </a:endParaRPr>
          </a:p>
          <a:p>
            <a:pPr marL="0" indent="0" algn="just">
              <a:buNone/>
            </a:pPr>
            <a:endParaRPr lang="bg-BG" dirty="0">
              <a:solidFill>
                <a:srgbClr val="A48649"/>
              </a:solidFill>
            </a:endParaRPr>
          </a:p>
          <a:p>
            <a:pPr marL="0" indent="0" algn="just">
              <a:buNone/>
            </a:pPr>
            <a:endParaRPr lang="bg-BG" dirty="0">
              <a:solidFill>
                <a:srgbClr val="A48649"/>
              </a:solidFill>
            </a:endParaRPr>
          </a:p>
          <a:p>
            <a:pPr marL="0" indent="0" algn="just">
              <a:buNone/>
            </a:pPr>
            <a:endParaRPr lang="bg-BG" dirty="0">
              <a:solidFill>
                <a:srgbClr val="A48649"/>
              </a:solidFill>
            </a:endParaRPr>
          </a:p>
          <a:p>
            <a:pPr marL="0" indent="0" algn="just">
              <a:buNone/>
            </a:pPr>
            <a:endParaRPr lang="bg-BG" dirty="0">
              <a:solidFill>
                <a:srgbClr val="A48649"/>
              </a:solidFill>
            </a:endParaRPr>
          </a:p>
          <a:p>
            <a:pPr marL="0" indent="0" algn="just">
              <a:buNone/>
            </a:pPr>
            <a:r>
              <a:rPr lang="bg-BG" dirty="0"/>
              <a:t>В този труден момент страните от Европейския съюз не успяват да приложат договорените общи мерки за разпределение на търсещите убежище. Загрижена за застаряването на своето население, Германия отваря границите си за предимно младите бежанци и имигранти. Обратното правят Унгария и Полша като категорично отказват да ги заселят трайно.</a:t>
            </a:r>
            <a:endParaRPr lang="en-US" dirty="0"/>
          </a:p>
        </p:txBody>
      </p:sp>
      <p:sp>
        <p:nvSpPr>
          <p:cNvPr id="4" name="Slide Number Placeholder 3">
            <a:extLst>
              <a:ext uri="{FF2B5EF4-FFF2-40B4-BE49-F238E27FC236}">
                <a16:creationId xmlns="" xmlns:a16="http://schemas.microsoft.com/office/drawing/2014/main" id="{AC6ADABE-2B5E-4788-8D34-1D479C0C18D5}"/>
              </a:ext>
            </a:extLst>
          </p:cNvPr>
          <p:cNvSpPr>
            <a:spLocks noGrp="1"/>
          </p:cNvSpPr>
          <p:nvPr>
            <p:ph type="sldNum" sz="quarter" idx="12"/>
          </p:nvPr>
        </p:nvSpPr>
        <p:spPr/>
        <p:txBody>
          <a:bodyPr/>
          <a:lstStyle/>
          <a:p>
            <a:fld id="{D495E168-DA5E-4888-8D8A-92B118324C14}" type="slidenum">
              <a:rPr lang="en-US" smtClean="0"/>
              <a:pPr/>
              <a:t>9</a:t>
            </a:fld>
            <a:endParaRPr lang="en-US" dirty="0"/>
          </a:p>
        </p:txBody>
      </p:sp>
      <p:pic>
        <p:nvPicPr>
          <p:cNvPr id="6" name="Picture 5"/>
          <p:cNvPicPr>
            <a:picLocks noChangeAspect="1"/>
          </p:cNvPicPr>
          <p:nvPr/>
        </p:nvPicPr>
        <p:blipFill>
          <a:blip r:embed="rId2">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630883" y="869125"/>
            <a:ext cx="2911184" cy="1637541"/>
          </a:xfrm>
          <a:prstGeom prst="rect">
            <a:avLst/>
          </a:prstGeom>
          <a:noFill/>
          <a:ln>
            <a:noFill/>
          </a:ln>
        </p:spPr>
      </p:pic>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t="8157" b="37635"/>
          <a:stretch/>
        </p:blipFill>
        <p:spPr>
          <a:xfrm>
            <a:off x="3885506" y="3226981"/>
            <a:ext cx="4731250" cy="1442673"/>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195020245"/>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 xmlns:a16="http://schemas.microsoft.com/office/drawing/2014/main" id="{211DAE73-6CD3-4771-ABF6-C81636C18EB8}"/>
              </a:ext>
            </a:extLst>
          </p:cNvPr>
          <p:cNvSpPr>
            <a:spLocks noGrp="1"/>
          </p:cNvSpPr>
          <p:nvPr>
            <p:ph type="title"/>
          </p:nvPr>
        </p:nvSpPr>
        <p:spPr>
          <a:xfrm>
            <a:off x="890587" y="550415"/>
            <a:ext cx="10515600" cy="1325563"/>
          </a:xfrm>
        </p:spPr>
        <p:txBody>
          <a:bodyPr>
            <a:noAutofit/>
          </a:bodyPr>
          <a:lstStyle/>
          <a:p>
            <a:r>
              <a:rPr lang="bg-BG" sz="4000" b="1" spc="300" dirty="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КИТАЙСКАТА ИКОНОМИЧЕСКА ИНВАЗИЯ</a:t>
            </a:r>
            <a:endParaRPr lang="en-US" sz="4000" b="1" spc="300" dirty="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 xmlns:a16="http://schemas.microsoft.com/office/drawing/2014/main" id="{8777C1D2-F31A-4E91-AF68-25DE8289CA69}"/>
              </a:ext>
            </a:extLst>
          </p:cNvPr>
          <p:cNvSpPr>
            <a:spLocks noGrp="1"/>
          </p:cNvSpPr>
          <p:nvPr>
            <p:ph type="body" sz="quarter" idx="20"/>
          </p:nvPr>
        </p:nvSpPr>
        <p:spPr>
          <a:xfrm>
            <a:off x="890587" y="2717047"/>
            <a:ext cx="10410825" cy="3372349"/>
          </a:xfrm>
        </p:spPr>
        <p:txBody>
          <a:bodyPr>
            <a:normAutofit/>
          </a:bodyPr>
          <a:lstStyle/>
          <a:p>
            <a:pPr marL="0" indent="0" algn="just">
              <a:buNone/>
            </a:pPr>
            <a:r>
              <a:rPr lang="bg-BG" sz="1800" dirty="0"/>
              <a:t>Дън Сяопин през 80-те години на ХХ в., решава да трансформира централизираната икономика в смесена, позната като „пазарен социализъм". Комунистическата партия запазва монопола си върху властта и продължава да се ръководи от марксизма. Освобождаването на икономиката от тоталната държавна намеса дава </a:t>
            </a:r>
            <a:r>
              <a:rPr lang="bg-BG" sz="1800" dirty="0" smtClean="0"/>
              <a:t>резултати.</a:t>
            </a:r>
          </a:p>
          <a:p>
            <a:pPr marL="0" indent="0" algn="just">
              <a:buNone/>
            </a:pPr>
            <a:endParaRPr lang="en-US" sz="1800" dirty="0"/>
          </a:p>
          <a:p>
            <a:pPr marL="0" indent="0" algn="just">
              <a:buNone/>
            </a:pPr>
            <a:r>
              <a:rPr lang="bg-BG" sz="1800" dirty="0"/>
              <a:t>Китай бележи годишен ръст от 11% в началото на ХХІ в., разчитайки на многомилионна евтина работна ръка и внедряването на новите технологии. Страната привлича стотици милиарди чужди инвестиции и натрупва огромен доларов резерв равняващ се на около 3 трилиона. Страната се превръща в най-големия кредитор на САЩ и измества Япония като втора световна икономика.</a:t>
            </a:r>
            <a:endParaRPr lang="en-US" sz="1800" dirty="0"/>
          </a:p>
        </p:txBody>
      </p:sp>
      <p:sp>
        <p:nvSpPr>
          <p:cNvPr id="3" name="Slide Number Placeholder 2">
            <a:extLst>
              <a:ext uri="{FF2B5EF4-FFF2-40B4-BE49-F238E27FC236}">
                <a16:creationId xmlns="" xmlns:a16="http://schemas.microsoft.com/office/drawing/2014/main" id="{C9509180-5380-4AD5-A72A-75354134ECC6}"/>
              </a:ext>
            </a:extLst>
          </p:cNvPr>
          <p:cNvSpPr>
            <a:spLocks noGrp="1"/>
          </p:cNvSpPr>
          <p:nvPr>
            <p:ph type="sldNum" sz="quarter" idx="12"/>
          </p:nvPr>
        </p:nvSpPr>
        <p:spPr/>
        <p:txBody>
          <a:bodyPr/>
          <a:lstStyle/>
          <a:p>
            <a:fld id="{D495E168-DA5E-4888-8D8A-92B118324C14}" type="slidenum">
              <a:rPr lang="en-US" smtClean="0"/>
              <a:pPr/>
              <a:t>10</a:t>
            </a:fld>
            <a:endParaRPr lang="en-US" dirty="0"/>
          </a:p>
        </p:txBody>
      </p:sp>
      <p:pic>
        <p:nvPicPr>
          <p:cNvPr id="16" name="Picture 15"/>
          <p:cNvPicPr>
            <a:picLocks noChangeAspect="1"/>
          </p:cNvPicPr>
          <p:nvPr/>
        </p:nvPicPr>
        <p:blipFill>
          <a:blip r:embed="rId2">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640407" y="1372598"/>
            <a:ext cx="2911184" cy="1637541"/>
          </a:xfrm>
          <a:prstGeom prst="rect">
            <a:avLst/>
          </a:prstGeom>
          <a:noFill/>
          <a:ln>
            <a:noFill/>
          </a:ln>
        </p:spPr>
      </p:pic>
    </p:spTree>
    <p:extLst>
      <p:ext uri="{BB962C8B-B14F-4D97-AF65-F5344CB8AC3E}">
        <p14:creationId xmlns:p14="http://schemas.microsoft.com/office/powerpoint/2010/main" val="1855183183"/>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 xmlns:a16="http://schemas.microsoft.com/office/drawing/2014/main" id="{11B5703F-BF56-47DD-A351-933139F5F2C3}"/>
              </a:ext>
            </a:extLst>
          </p:cNvPr>
          <p:cNvSpPr>
            <a:spLocks noGrp="1"/>
          </p:cNvSpPr>
          <p:nvPr>
            <p:ph type="sldNum" sz="quarter" idx="12"/>
          </p:nvPr>
        </p:nvSpPr>
        <p:spPr/>
        <p:txBody>
          <a:bodyPr/>
          <a:lstStyle/>
          <a:p>
            <a:fld id="{D495E168-DA5E-4888-8D8A-92B118324C14}" type="slidenum">
              <a:rPr lang="en-US" smtClean="0"/>
              <a:pPr/>
              <a:t>11</a:t>
            </a:fld>
            <a:endParaRPr lang="en-US" dirty="0"/>
          </a:p>
        </p:txBody>
      </p:sp>
      <p:sp>
        <p:nvSpPr>
          <p:cNvPr id="9" name="Title 8">
            <a:extLst>
              <a:ext uri="{FF2B5EF4-FFF2-40B4-BE49-F238E27FC236}">
                <a16:creationId xmlns="" xmlns:a16="http://schemas.microsoft.com/office/drawing/2014/main" id="{211DAE73-6CD3-4771-ABF6-C81636C18EB8}"/>
              </a:ext>
            </a:extLst>
          </p:cNvPr>
          <p:cNvSpPr txBox="1">
            <a:spLocks/>
          </p:cNvSpPr>
          <p:nvPr/>
        </p:nvSpPr>
        <p:spPr>
          <a:xfrm>
            <a:off x="838199" y="743857"/>
            <a:ext cx="10515600" cy="132556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b="0" kern="1200">
                <a:solidFill>
                  <a:schemeClr val="bg1"/>
                </a:solidFill>
                <a:latin typeface="+mj-lt"/>
                <a:ea typeface="+mj-ea"/>
                <a:cs typeface="+mj-cs"/>
              </a:defRPr>
            </a:lvl1pPr>
          </a:lstStyle>
          <a:p>
            <a:r>
              <a:rPr lang="bg-BG" sz="4000" b="1" spc="300" dirty="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КИТАЙСКАТА ИКОНОМИЧЕСКА ИНВАЗИЯ</a:t>
            </a:r>
            <a:endParaRPr lang="en-US" sz="4000" b="1" spc="300" dirty="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 name="Text Placeholder 6">
            <a:extLst>
              <a:ext uri="{FF2B5EF4-FFF2-40B4-BE49-F238E27FC236}">
                <a16:creationId xmlns="" xmlns:a16="http://schemas.microsoft.com/office/drawing/2014/main" id="{8777C1D2-F31A-4E91-AF68-25DE8289CA69}"/>
              </a:ext>
            </a:extLst>
          </p:cNvPr>
          <p:cNvSpPr>
            <a:spLocks noGrp="1"/>
          </p:cNvSpPr>
          <p:nvPr>
            <p:ph type="body" sz="quarter" idx="4294967295"/>
          </p:nvPr>
        </p:nvSpPr>
        <p:spPr>
          <a:xfrm>
            <a:off x="838199" y="2159118"/>
            <a:ext cx="10410825" cy="1812808"/>
          </a:xfrm>
          <a:prstGeom prst="rect">
            <a:avLst/>
          </a:prstGeom>
        </p:spPr>
        <p:txBody>
          <a:bodyPr>
            <a:normAutofit/>
          </a:bodyPr>
          <a:lstStyle/>
          <a:p>
            <a:pPr marL="0" indent="0" algn="just">
              <a:buNone/>
            </a:pPr>
            <a:r>
              <a:rPr lang="bg-BG" sz="1800" dirty="0">
                <a:solidFill>
                  <a:schemeClr val="tx1">
                    <a:lumMod val="75000"/>
                    <a:lumOff val="25000"/>
                  </a:schemeClr>
                </a:solidFill>
              </a:rPr>
              <a:t>Въпреки намаляването на бедността и увеличаването на средната класа до 300 млн. души неравенството в комунистически Китай нараства. Милиардерите са повече от 250 души. Страната се нуждае от чужди пазари, за да поддържа високия темп на развитие. С инвестиции и инфраструктурни проекти тя навлиза в Южна Азия, Източна Африка и Източна Европа. Така Китай става защитник на търговската либерализация и глобализация. Държавата вече отправя реално предизвикателство към доминацията на САЩ и Европа в съвременния свят.</a:t>
            </a:r>
            <a:endParaRPr lang="en-US" sz="1800" dirty="0">
              <a:solidFill>
                <a:schemeClr val="tx1">
                  <a:lumMod val="75000"/>
                  <a:lumOff val="25000"/>
                </a:schemeClr>
              </a:solidFill>
            </a:endParaRPr>
          </a:p>
          <a:p>
            <a:pPr marL="0" indent="0" algn="just">
              <a:buNone/>
            </a:pPr>
            <a:endParaRPr lang="en-US" sz="1800" dirty="0">
              <a:solidFill>
                <a:srgbClr val="A48649"/>
              </a:solidFill>
            </a:endParaRP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6222" y="3864005"/>
            <a:ext cx="2239554" cy="149171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897979389"/>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 xmlns:a16="http://schemas.microsoft.com/office/drawing/2014/main" id="{8A421151-99A0-4A84-9EF4-7DB305033C95}"/>
              </a:ext>
            </a:extLst>
          </p:cNvPr>
          <p:cNvSpPr>
            <a:spLocks noGrp="1"/>
          </p:cNvSpPr>
          <p:nvPr>
            <p:ph type="body" sz="quarter" idx="13"/>
          </p:nvPr>
        </p:nvSpPr>
        <p:spPr>
          <a:xfrm>
            <a:off x="828675" y="2282913"/>
            <a:ext cx="10515600" cy="4268787"/>
          </a:xfrm>
        </p:spPr>
        <p:txBody>
          <a:bodyPr>
            <a:normAutofit/>
          </a:bodyPr>
          <a:lstStyle/>
          <a:p>
            <a:pPr marL="0" indent="0" algn="just">
              <a:buNone/>
            </a:pPr>
            <a:r>
              <a:rPr lang="ru-RU" dirty="0"/>
              <a:t>„</a:t>
            </a:r>
            <a:r>
              <a:rPr lang="ru-RU" dirty="0" smtClean="0"/>
              <a:t>Вероятността, </a:t>
            </a:r>
            <a:r>
              <a:rPr lang="ru-RU" dirty="0"/>
              <a:t>че БВП на Китай един ден ще изпревари този на САЩ, намалява“, </a:t>
            </a:r>
            <a:r>
              <a:rPr lang="ru-RU" dirty="0" smtClean="0"/>
              <a:t>каз</a:t>
            </a:r>
            <a:r>
              <a:rPr lang="bg-BG" dirty="0" smtClean="0"/>
              <a:t>ва</a:t>
            </a:r>
            <a:r>
              <a:rPr lang="ru-RU" dirty="0" smtClean="0"/>
              <a:t> </a:t>
            </a:r>
            <a:r>
              <a:rPr lang="ru-RU" dirty="0"/>
              <a:t>Есуар Прасад, професор в университета Корнел и бивш служител на Международния валутен фонд, отговарящ за Китай, </a:t>
            </a:r>
            <a:r>
              <a:rPr lang="ru-RU" dirty="0" smtClean="0"/>
              <a:t>в </a:t>
            </a:r>
            <a:r>
              <a:rPr lang="ru-RU" dirty="0"/>
              <a:t>скорошно интервю.</a:t>
            </a:r>
          </a:p>
          <a:p>
            <a:pPr marL="0" indent="0" algn="just">
              <a:buNone/>
            </a:pPr>
            <a:endParaRPr lang="ru-RU" dirty="0"/>
          </a:p>
          <a:p>
            <a:pPr marL="0" indent="0" algn="just">
              <a:buNone/>
            </a:pPr>
            <a:r>
              <a:rPr lang="ru-RU" dirty="0"/>
              <a:t>Но Прасад </a:t>
            </a:r>
            <a:r>
              <a:rPr lang="ru-RU" dirty="0" smtClean="0"/>
              <a:t>казва още и, </a:t>
            </a:r>
            <a:r>
              <a:rPr lang="ru-RU" dirty="0"/>
              <a:t>че ако бившият президент на САЩ Доналд Тръмп се върне в Белия дом, той очаква глобалният протекционизъм и геополитическото напрежение да ескалират, като подновеният американски изолационизъм предлага на Пекин шанс да засили влиянието си</a:t>
            </a:r>
            <a:r>
              <a:rPr lang="ru-RU" dirty="0" smtClean="0"/>
              <a:t>.</a:t>
            </a:r>
          </a:p>
          <a:p>
            <a:pPr marL="0" indent="0" algn="just">
              <a:buNone/>
            </a:pPr>
            <a:endParaRPr lang="ru-RU" dirty="0" smtClean="0"/>
          </a:p>
          <a:p>
            <a:pPr marL="0" indent="0" algn="just">
              <a:buNone/>
            </a:pPr>
            <a:r>
              <a:rPr lang="ru-RU" dirty="0" smtClean="0"/>
              <a:t>Докато </a:t>
            </a:r>
            <a:r>
              <a:rPr lang="ru-RU" dirty="0"/>
              <a:t>повечето големи икономики изпитват трудности, САЩ консолидират позицията си на движеща сила на световната икономика. Пазарът на труда в САЩ е много гъвкав и силен. Фискалната политика и финансовата система на правителството позволиха на малките и средните предприятия да преживеят много трудни времена [като пандемията и високата инфлация].</a:t>
            </a:r>
            <a:endParaRPr lang="en-US" dirty="0"/>
          </a:p>
        </p:txBody>
      </p:sp>
      <p:sp>
        <p:nvSpPr>
          <p:cNvPr id="4" name="Slide Number Placeholder 3">
            <a:extLst>
              <a:ext uri="{FF2B5EF4-FFF2-40B4-BE49-F238E27FC236}">
                <a16:creationId xmlns="" xmlns:a16="http://schemas.microsoft.com/office/drawing/2014/main" id="{AC6ADABE-2B5E-4788-8D34-1D479C0C18D5}"/>
              </a:ext>
            </a:extLst>
          </p:cNvPr>
          <p:cNvSpPr>
            <a:spLocks noGrp="1"/>
          </p:cNvSpPr>
          <p:nvPr>
            <p:ph type="sldNum" sz="quarter" idx="12"/>
          </p:nvPr>
        </p:nvSpPr>
        <p:spPr/>
        <p:txBody>
          <a:bodyPr/>
          <a:lstStyle/>
          <a:p>
            <a:fld id="{D495E168-DA5E-4888-8D8A-92B118324C14}" type="slidenum">
              <a:rPr lang="en-US" smtClean="0"/>
              <a:pPr/>
              <a:t>12</a:t>
            </a:fld>
            <a:endParaRPr lang="en-US" dirty="0"/>
          </a:p>
        </p:txBody>
      </p:sp>
      <p:pic>
        <p:nvPicPr>
          <p:cNvPr id="6" name="Picture 5"/>
          <p:cNvPicPr>
            <a:picLocks noChangeAspect="1"/>
          </p:cNvPicPr>
          <p:nvPr/>
        </p:nvPicPr>
        <p:blipFill>
          <a:blip r:embed="rId2">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630883" y="1186102"/>
            <a:ext cx="2911184" cy="1637541"/>
          </a:xfrm>
          <a:prstGeom prst="rect">
            <a:avLst/>
          </a:prstGeom>
          <a:noFill/>
          <a:ln>
            <a:noFill/>
          </a:ln>
        </p:spPr>
      </p:pic>
      <p:sp>
        <p:nvSpPr>
          <p:cNvPr id="8" name="Title 8">
            <a:extLst>
              <a:ext uri="{FF2B5EF4-FFF2-40B4-BE49-F238E27FC236}">
                <a16:creationId xmlns="" xmlns:a16="http://schemas.microsoft.com/office/drawing/2014/main" id="{211DAE73-6CD3-4771-ABF6-C81636C18EB8}"/>
              </a:ext>
            </a:extLst>
          </p:cNvPr>
          <p:cNvSpPr txBox="1">
            <a:spLocks/>
          </p:cNvSpPr>
          <p:nvPr/>
        </p:nvSpPr>
        <p:spPr>
          <a:xfrm>
            <a:off x="838200" y="436634"/>
            <a:ext cx="10515600" cy="132556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b="0" kern="1200">
                <a:solidFill>
                  <a:schemeClr val="bg1"/>
                </a:solidFill>
                <a:latin typeface="+mj-lt"/>
                <a:ea typeface="+mj-ea"/>
                <a:cs typeface="+mj-cs"/>
              </a:defRPr>
            </a:lvl1pPr>
          </a:lstStyle>
          <a:p>
            <a:r>
              <a:rPr lang="bg-BG" sz="4000" b="1" spc="300" dirty="0" smtClean="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КИТАЙ И САЩ В ИКОНОМИКАТА</a:t>
            </a:r>
            <a:endParaRPr lang="en-US" sz="4000" b="1" spc="300" dirty="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2960046"/>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7EE6F97-F932-4CE0-81CF-8B3DDFADBF11}"/>
              </a:ext>
            </a:extLst>
          </p:cNvPr>
          <p:cNvSpPr>
            <a:spLocks noGrp="1"/>
          </p:cNvSpPr>
          <p:nvPr>
            <p:ph type="title"/>
          </p:nvPr>
        </p:nvSpPr>
        <p:spPr bwMode="grayWhite">
          <a:xfrm>
            <a:off x="1132271" y="1100303"/>
            <a:ext cx="10117959" cy="1517356"/>
          </a:xfrm>
        </p:spPr>
        <p:txBody>
          <a:bodyPr/>
          <a:lstStyle/>
          <a:p>
            <a:r>
              <a:rPr lang="bg-BG" sz="6600" b="1" spc="300" dirty="0">
                <a:latin typeface="Times New Roman" panose="02020603050405020304" pitchFamily="18" charset="0"/>
                <a:cs typeface="Times New Roman" panose="02020603050405020304" pitchFamily="18" charset="0"/>
              </a:rPr>
              <a:t>БЛАГОДАРИМ ЗА ВНИМАНИЕТО</a:t>
            </a:r>
            <a:r>
              <a:rPr lang="en-US" sz="6600" b="1" spc="300" dirty="0">
                <a:latin typeface="Times New Roman" panose="02020603050405020304" pitchFamily="18" charset="0"/>
                <a:cs typeface="Times New Roman" panose="02020603050405020304" pitchFamily="18" charset="0"/>
              </a:rPr>
              <a:t>!</a:t>
            </a:r>
            <a:endParaRPr lang="ru-RU" sz="6600" b="1" spc="300"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 xmlns:a16="http://schemas.microsoft.com/office/drawing/2014/main" id="{0601F504-BCBE-4A2D-90EF-D4AA83599947}"/>
              </a:ext>
            </a:extLst>
          </p:cNvPr>
          <p:cNvSpPr>
            <a:spLocks noGrp="1"/>
          </p:cNvSpPr>
          <p:nvPr>
            <p:ph type="body" sz="quarter" idx="23"/>
          </p:nvPr>
        </p:nvSpPr>
        <p:spPr bwMode="grayWhite"/>
        <p:txBody>
          <a:bodyPr/>
          <a:lstStyle/>
          <a:p>
            <a:r>
              <a:rPr lang="bg-BG" b="1" dirty="0"/>
              <a:t>ЮНИ 2024</a:t>
            </a:r>
            <a:endParaRPr lang="ru-RU" b="1" dirty="0"/>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7321" y="3329277"/>
            <a:ext cx="1517357" cy="1517357"/>
          </a:xfrm>
          <a:prstGeom prst="rect">
            <a:avLst/>
          </a:prstGeom>
        </p:spPr>
      </p:pic>
    </p:spTree>
    <p:extLst>
      <p:ext uri="{BB962C8B-B14F-4D97-AF65-F5344CB8AC3E}">
        <p14:creationId xmlns:p14="http://schemas.microsoft.com/office/powerpoint/2010/main" val="1563226812"/>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Custom 23">
      <a:dk1>
        <a:sysClr val="windowText" lastClr="000000"/>
      </a:dk1>
      <a:lt1>
        <a:sysClr val="window" lastClr="FFFFFF"/>
      </a:lt1>
      <a:dk2>
        <a:srgbClr val="6D3200"/>
      </a:dk2>
      <a:lt2>
        <a:srgbClr val="D8B97A"/>
      </a:lt2>
      <a:accent1>
        <a:srgbClr val="306994"/>
      </a:accent1>
      <a:accent2>
        <a:srgbClr val="39577A"/>
      </a:accent2>
      <a:accent3>
        <a:srgbClr val="7E5E34"/>
      </a:accent3>
      <a:accent4>
        <a:srgbClr val="B7B374"/>
      </a:accent4>
      <a:accent5>
        <a:srgbClr val="2C1600"/>
      </a:accent5>
      <a:accent6>
        <a:srgbClr val="864A3F"/>
      </a:accent6>
      <a:hlink>
        <a:srgbClr val="D8B97A"/>
      </a:hlink>
      <a:folHlink>
        <a:srgbClr val="D8B97A"/>
      </a:folHlink>
    </a:clrScheme>
    <a:fontScheme name="Custom 20">
      <a:majorFont>
        <a:latin typeface="Edwardian Script ITC"/>
        <a:ea typeface=""/>
        <a:cs typeface=""/>
      </a:majorFont>
      <a:minorFont>
        <a:latin typeface="Book Antiqu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12700"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TF22987246_Vintage presentation_RVA_v4.potx" id="{792D8318-D202-4ACE-96A1-4E0E612A1DB4}" vid="{D9DED42A-5960-40D0-85AD-C903AF13B46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FD231387-47F6-4916-BE7C-BCBC21D16E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3B73D12-7B2D-4DCB-83EA-85380446C961}">
  <ds:schemaRefs>
    <ds:schemaRef ds:uri="http://schemas.microsoft.com/sharepoint/v3/contenttype/forms"/>
  </ds:schemaRefs>
</ds:datastoreItem>
</file>

<file path=customXml/itemProps3.xml><?xml version="1.0" encoding="utf-8"?>
<ds:datastoreItem xmlns:ds="http://schemas.openxmlformats.org/officeDocument/2006/customXml" ds:itemID="{CA680A15-7E49-40AD-A17E-9EA098747866}">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Vintage presentation</Template>
  <TotalTime>0</TotalTime>
  <Words>1060</Words>
  <Application>Microsoft Office PowerPoint</Application>
  <PresentationFormat>Widescreen</PresentationFormat>
  <Paragraphs>77</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Book Antiqua</vt:lpstr>
      <vt:lpstr>Calibri</vt:lpstr>
      <vt:lpstr>Edwardian Script ITC</vt:lpstr>
      <vt:lpstr>Times New Roman</vt:lpstr>
      <vt:lpstr>Office Theme</vt:lpstr>
      <vt:lpstr>ПРЕДИЗВИКАТЕЛСТВАТА НА СЪВРЕМИЕТО</vt:lpstr>
      <vt:lpstr>СЪДЪРЖАНИЕ</vt:lpstr>
      <vt:lpstr>ПЛАН</vt:lpstr>
      <vt:lpstr>СВЕТОВНИЯТ ТЕРОРИЗЪМ</vt:lpstr>
      <vt:lpstr>ФУНДАМЕНТАЛИЗМЪТ</vt:lpstr>
      <vt:lpstr>МУЛТИКУЛТУРАЛИЗМЪТ</vt:lpstr>
      <vt:lpstr>„АРАБСКАТА ПРОЛЕТ“</vt:lpstr>
      <vt:lpstr>СИРИЙСКАТА ГРАЖДАНСКА ВОЙНА</vt:lpstr>
      <vt:lpstr>МИГРАНТСКАТА КРИЗА В ЕВРОПА</vt:lpstr>
      <vt:lpstr>КИТАЙСКАТА ИКОНОМИЧЕСКА ИНВАЗИЯ</vt:lpstr>
      <vt:lpstr>PowerPoint Presentation</vt:lpstr>
      <vt:lpstr>PowerPoint Presentation</vt:lpstr>
      <vt:lpstr>БЛАГОДАРИМ ЗА ВНИМАНИЕТО!</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2024-06-16T12:30:55Z</dcterms:created>
  <dcterms:modified xsi:type="dcterms:W3CDTF">2024-06-17T07:38:16Z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